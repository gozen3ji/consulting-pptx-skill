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slideMasters/slideMaster28.xml" ContentType="application/vnd.openxmlformats-officedocument.presentationml.slideMaster+xml"/>
  <Override PartName="/ppt/slides/slide28.xml" ContentType="application/vnd.openxmlformats-officedocument.presentationml.slide+xml"/>
  <Override PartName="/ppt/slideMasters/slideMaster29.xml" ContentType="application/vnd.openxmlformats-officedocument.presentationml.slideMaster+xml"/>
  <Override PartName="/ppt/slides/slide29.xml" ContentType="application/vnd.openxmlformats-officedocument.presentationml.slide+xml"/>
  <Override PartName="/ppt/slideMasters/slideMaster30.xml" ContentType="application/vnd.openxmlformats-officedocument.presentationml.slideMaster+xml"/>
  <Override PartName="/ppt/slides/slide30.xml" ContentType="application/vnd.openxmlformats-officedocument.presentationml.slide+xml"/>
  <Override PartName="/ppt/slideMasters/slideMaster31.xml" ContentType="application/vnd.openxmlformats-officedocument.presentationml.slideMaster+xml"/>
  <Override PartName="/ppt/slides/slide31.xml" ContentType="application/vnd.openxmlformats-officedocument.presentationml.slide+xml"/>
  <Override PartName="/ppt/slideMasters/slideMaster32.xml" ContentType="application/vnd.openxmlformats-officedocument.presentationml.slideMaster+xml"/>
  <Override PartName="/ppt/slides/slide32.xml" ContentType="application/vnd.openxmlformats-officedocument.presentationml.slide+xml"/>
  <Override PartName="/ppt/slideMasters/slideMaster33.xml" ContentType="application/vnd.openxmlformats-officedocument.presentationml.slideMaster+xml"/>
  <Override PartName="/ppt/slides/slide33.xml" ContentType="application/vnd.openxmlformats-officedocument.presentationml.slide+xml"/>
  <Override PartName="/ppt/slideMasters/slideMaster34.xml" ContentType="application/vnd.openxmlformats-officedocument.presentationml.slideMaster+xml"/>
  <Override PartName="/ppt/slides/slide34.xml" ContentType="application/vnd.openxmlformats-officedocument.presentationml.slide+xml"/>
  <Override PartName="/ppt/slideMasters/slideMaster35.xml" ContentType="application/vnd.openxmlformats-officedocument.presentationml.slideMaster+xml"/>
  <Override PartName="/ppt/slides/slide35.xml" ContentType="application/vnd.openxmlformats-officedocument.presentationml.slide+xml"/>
  <Override PartName="/ppt/slideMasters/slideMaster36.xml" ContentType="application/vnd.openxmlformats-officedocument.presentationml.slideMaster+xml"/>
  <Override PartName="/ppt/slides/slide36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  <p:sldId id="291" r:id="rId37"/>
  </p:sldIdLst>
  <p:notesMasterIdLst>
    <p:notesMasterId r:id="rId38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slide" Target="slides/slide29.xml"/><Relationship Id="rId31" Type="http://schemas.openxmlformats.org/officeDocument/2006/relationships/slide" Target="slides/slide30.xml"/><Relationship Id="rId32" Type="http://schemas.openxmlformats.org/officeDocument/2006/relationships/slide" Target="slides/slide31.xml"/><Relationship Id="rId33" Type="http://schemas.openxmlformats.org/officeDocument/2006/relationships/slide" Target="slides/slide32.xml"/><Relationship Id="rId34" Type="http://schemas.openxmlformats.org/officeDocument/2006/relationships/slide" Target="slides/slide33.xml"/><Relationship Id="rId35" Type="http://schemas.openxmlformats.org/officeDocument/2006/relationships/slide" Target="slides/slide34.xml"/><Relationship Id="rId36" Type="http://schemas.openxmlformats.org/officeDocument/2006/relationships/slide" Target="slides/slide35.xml"/><Relationship Id="rId37" Type="http://schemas.openxmlformats.org/officeDocument/2006/relationships/slide" Target="slides/slide36.xml"/><Relationship Id="rId38" Type="http://schemas.openxmlformats.org/officeDocument/2006/relationships/notesMaster" Target="notesMasters/notesMaster1.xml"/><Relationship Id="rId39" Type="http://schemas.openxmlformats.org/officeDocument/2006/relationships/presProps" Target="presProps.xml"/><Relationship Id="rId40" Type="http://schemas.openxmlformats.org/officeDocument/2006/relationships/viewProps" Target="viewProps.xml"/><Relationship Id="rId41" Type="http://schemas.openxmlformats.org/officeDocument/2006/relationships/theme" Target="theme/theme1.xml"/><Relationship Id="rId42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_rels/notesSlide2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8.xml"/>
		</Relationships>
</file>

<file path=ppt/notesSlides/_rels/notesSlide2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9.xml"/>
		</Relationships>
</file>

<file path=ppt/notesSlides/_rels/notesSlide3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0.xml"/>
		</Relationships>
</file>

<file path=ppt/notesSlides/_rels/notesSlide3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1.xml"/>
		</Relationships>
</file>

<file path=ppt/notesSlides/_rels/notesSlide3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2.xml"/>
		</Relationships>
</file>

<file path=ppt/notesSlides/_rels/notesSlide3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3.xml"/>
		</Relationships>
</file>

<file path=ppt/notesSlides/_rels/notesSlide3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4.xml"/>
		</Relationships>
</file>

<file path=ppt/notesSlides/_rels/notesSlide3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5.xml"/>
		</Relationships>
</file>

<file path=ppt/notesSlides/_rels/notesSlide3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6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7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8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9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0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1.xml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2.xml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3.xml"/></Relationships>
</file>

<file path=ppt/slides/_rels/slide3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4.xml"/></Relationships>
</file>

<file path=ppt/slides/_rels/slide3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5.xml"/></Relationships>
</file>

<file path=ppt/slides/_rels/slide3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6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 rot="1680000">
            <a:off x="8778240" y="-411480"/>
            <a:ext cx="4480560" cy="4480560"/>
          </a:xfrm>
          <a:prstGeom prst="rect">
            <a:avLst/>
          </a:prstGeom>
          <a:ln w="8890">
            <a:solidFill>
              <a:srgbClr val="79C8DC">
                <a:alpha val="75000"/>
              </a:srgbClr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76072" y="320040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b">
            <a:normAutofit/>
          </a:bodyPr>
          <a:lstStyle/>
          <a:p>
            <a:pPr indent="0" marL="0">
              <a:buNone/>
            </a:pPr>
            <a:r>
              <a:rPr lang="en-US" sz="1400" dirty="0">
                <a:solidFill>
                  <a:srgbClr val="050505"/>
                </a:solidFill>
                <a:latin typeface="Yu Mincho Demibold" pitchFamily="34" charset="0"/>
                <a:ea typeface="Yu Mincho Demibold" pitchFamily="34" charset="-122"/>
                <a:cs typeface="Yu Mincho Demibold" pitchFamily="34" charset="-120"/>
              </a:rPr>
              <a:t>スライド型カタログ</a:t>
            </a:r>
            <a:endParaRPr lang="en-US" sz="1400" dirty="0"/>
          </a:p>
        </p:txBody>
      </p:sp>
      <p:sp>
        <p:nvSpPr>
          <p:cNvPr id="4" name="Text 2"/>
          <p:cNvSpPr/>
          <p:nvPr/>
        </p:nvSpPr>
        <p:spPr>
          <a:xfrm>
            <a:off x="7043623" y="411480"/>
            <a:ext cx="4572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800" dirty="0">
                <a:solidFill>
                  <a:srgbClr val="666B70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SUPER TEMPLATE</a:t>
            </a:r>
            <a:endParaRPr lang="en-US" sz="800" dirty="0"/>
          </a:p>
        </p:txBody>
      </p:sp>
      <p:sp>
        <p:nvSpPr>
          <p:cNvPr id="5" name="Shape 3"/>
          <p:cNvSpPr/>
          <p:nvPr/>
        </p:nvSpPr>
        <p:spPr>
          <a:xfrm>
            <a:off x="576072" y="784555"/>
            <a:ext cx="11039551" cy="0"/>
          </a:xfrm>
          <a:prstGeom prst="line">
            <a:avLst/>
          </a:prstGeom>
          <a:noFill/>
          <a:ln w="13970">
            <a:solidFill>
              <a:srgbClr val="050505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576072" y="2514600"/>
            <a:ext cx="694944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3800" b="1" dirty="0">
                <a:solidFill>
                  <a:srgbClr val="050505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スーパーテンプレ 38型</a:t>
            </a:r>
            <a:endParaRPr lang="en-US" sz="3800" dirty="0"/>
          </a:p>
        </p:txBody>
      </p:sp>
      <p:sp>
        <p:nvSpPr>
          <p:cNvPr id="7" name="Text 5"/>
          <p:cNvSpPr/>
          <p:nvPr/>
        </p:nvSpPr>
        <p:spPr>
          <a:xfrm>
            <a:off x="576072" y="3703320"/>
            <a:ext cx="43891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050505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実測38のスライド型 | コピーして文言を差し替えて使う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576072" y="6245352"/>
            <a:ext cx="89611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750" dirty="0">
                <a:solidFill>
                  <a:srgbClr val="666B70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出典：Source 1</a:t>
            </a:r>
            <a:endParaRPr lang="en-US" sz="750" dirty="0"/>
          </a:p>
        </p:txBody>
      </p:sp>
      <p:sp>
        <p:nvSpPr>
          <p:cNvPr id="9" name="Shape 7"/>
          <p:cNvSpPr/>
          <p:nvPr/>
        </p:nvSpPr>
        <p:spPr>
          <a:xfrm>
            <a:off x="576072" y="6483096"/>
            <a:ext cx="11039551" cy="0"/>
          </a:xfrm>
          <a:prstGeom prst="line">
            <a:avLst/>
          </a:prstGeom>
          <a:noFill/>
          <a:ln w="8890">
            <a:solidFill>
              <a:srgbClr val="D9DCDF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576072" y="6565392"/>
            <a:ext cx="54864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850" b="1" dirty="0">
                <a:solidFill>
                  <a:srgbClr val="050505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スライド型カタログ</a:t>
            </a:r>
            <a:endParaRPr lang="en-US" sz="850" dirty="0"/>
          </a:p>
        </p:txBody>
      </p:sp>
      <p:sp>
        <p:nvSpPr>
          <p:cNvPr id="11" name="Text 9"/>
          <p:cNvSpPr/>
          <p:nvPr/>
        </p:nvSpPr>
        <p:spPr>
          <a:xfrm>
            <a:off x="11249863" y="6565392"/>
            <a:ext cx="3657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666B70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1</a:t>
            </a:r>
            <a:endParaRPr lang="en-US" sz="75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76072" y="320040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b">
            <a:normAutofit/>
          </a:bodyPr>
          <a:lstStyle/>
          <a:p>
            <a:pPr indent="0" marL="0">
              <a:buNone/>
            </a:pPr>
            <a:r>
              <a:rPr lang="en-US" sz="1400" dirty="0">
                <a:solidFill>
                  <a:srgbClr val="050505"/>
                </a:solidFill>
                <a:latin typeface="Yu Mincho Demibold" pitchFamily="34" charset="0"/>
                <a:ea typeface="Yu Mincho Demibold" pitchFamily="34" charset="-122"/>
                <a:cs typeface="Yu Mincho Demibold" pitchFamily="34" charset="-120"/>
              </a:rPr>
              <a:t>スライド型カタログ</a:t>
            </a:r>
            <a:endParaRPr lang="en-US" sz="1400" dirty="0"/>
          </a:p>
        </p:txBody>
      </p:sp>
      <p:sp>
        <p:nvSpPr>
          <p:cNvPr id="3" name="Text 1"/>
          <p:cNvSpPr/>
          <p:nvPr/>
        </p:nvSpPr>
        <p:spPr>
          <a:xfrm>
            <a:off x="7043623" y="411480"/>
            <a:ext cx="4572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800" dirty="0">
                <a:solidFill>
                  <a:srgbClr val="666B70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01  EXECUTIVE_SUMMARY</a:t>
            </a:r>
            <a:endParaRPr lang="en-US" sz="800" dirty="0"/>
          </a:p>
        </p:txBody>
      </p:sp>
      <p:sp>
        <p:nvSpPr>
          <p:cNvPr id="4" name="Shape 2"/>
          <p:cNvSpPr/>
          <p:nvPr/>
        </p:nvSpPr>
        <p:spPr>
          <a:xfrm>
            <a:off x="576072" y="784555"/>
            <a:ext cx="11039551" cy="0"/>
          </a:xfrm>
          <a:prstGeom prst="line">
            <a:avLst/>
          </a:prstGeom>
          <a:noFill/>
          <a:ln w="13970">
            <a:solidFill>
              <a:srgbClr val="050505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576072" y="914400"/>
            <a:ext cx="11039551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2200" dirty="0">
                <a:solidFill>
                  <a:srgbClr val="050505"/>
                </a:solidFill>
                <a:latin typeface="Yu Mincho Demibold" pitchFamily="34" charset="0"/>
                <a:ea typeface="Yu Mincho Demibold" pitchFamily="34" charset="-122"/>
                <a:cs typeface="Yu Mincho Demibold" pitchFamily="34" charset="-120"/>
              </a:rPr>
              <a:t>エグゼクティブサマリー</a:t>
            </a:r>
            <a:endParaRPr lang="en-US" sz="2200" dirty="0"/>
          </a:p>
        </p:txBody>
      </p:sp>
      <p:sp>
        <p:nvSpPr>
          <p:cNvPr id="6" name="Text 4"/>
          <p:cNvSpPr/>
          <p:nvPr/>
        </p:nvSpPr>
        <p:spPr>
          <a:xfrm>
            <a:off x="576072" y="6245352"/>
            <a:ext cx="89611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750" dirty="0">
                <a:solidFill>
                  <a:srgbClr val="666B70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出典：Source 1</a:t>
            </a:r>
            <a:endParaRPr lang="en-US" sz="750" dirty="0"/>
          </a:p>
        </p:txBody>
      </p:sp>
      <p:sp>
        <p:nvSpPr>
          <p:cNvPr id="7" name="Shape 5"/>
          <p:cNvSpPr/>
          <p:nvPr/>
        </p:nvSpPr>
        <p:spPr>
          <a:xfrm>
            <a:off x="576072" y="6483096"/>
            <a:ext cx="11039551" cy="0"/>
          </a:xfrm>
          <a:prstGeom prst="line">
            <a:avLst/>
          </a:prstGeom>
          <a:noFill/>
          <a:ln w="8890">
            <a:solidFill>
              <a:srgbClr val="D9DCDF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576072" y="6565392"/>
            <a:ext cx="54864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850" b="1" dirty="0">
                <a:solidFill>
                  <a:srgbClr val="050505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スライド型カタログ</a:t>
            </a:r>
            <a:endParaRPr lang="en-US" sz="850" dirty="0"/>
          </a:p>
        </p:txBody>
      </p:sp>
      <p:sp>
        <p:nvSpPr>
          <p:cNvPr id="9" name="Text 7"/>
          <p:cNvSpPr/>
          <p:nvPr/>
        </p:nvSpPr>
        <p:spPr>
          <a:xfrm>
            <a:off x="11249863" y="6565392"/>
            <a:ext cx="3657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666B70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2</a:t>
            </a:r>
            <a:endParaRPr lang="en-US" sz="750" dirty="0"/>
          </a:p>
        </p:txBody>
      </p:sp>
      <p:sp>
        <p:nvSpPr>
          <p:cNvPr id="10" name="Text 8"/>
          <p:cNvSpPr/>
          <p:nvPr/>
        </p:nvSpPr>
        <p:spPr>
          <a:xfrm>
            <a:off x="576072" y="3017520"/>
            <a:ext cx="3401568" cy="438912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t">
            <a:normAutofit/>
          </a:bodyPr>
          <a:lstStyle/>
          <a:p>
            <a:pPr algn="l" indent="0" marL="0">
              <a:buNone/>
            </a:pPr>
            <a:r>
              <a:rPr lang="en-US" sz="1450" b="1" dirty="0">
                <a:solidFill>
                  <a:srgbClr val="050505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タイトル 2</a:t>
            </a:r>
            <a:endParaRPr lang="en-US" sz="1450" dirty="0"/>
          </a:p>
        </p:txBody>
      </p:sp>
      <p:sp>
        <p:nvSpPr>
          <p:cNvPr id="11" name="Text 9"/>
          <p:cNvSpPr/>
          <p:nvPr/>
        </p:nvSpPr>
        <p:spPr>
          <a:xfrm>
            <a:off x="576072" y="3611880"/>
            <a:ext cx="3401568" cy="1097280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t">
            <a:normAutofit/>
          </a:bodyPr>
          <a:lstStyle/>
          <a:p>
            <a:pPr algn="l" indent="0" marL="0">
              <a:buNone/>
            </a:pPr>
            <a:r>
              <a:rPr lang="en-US" sz="1500" dirty="0">
                <a:solidFill>
                  <a:srgbClr val="050505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Text 1</a:t>
            </a:r>
            <a:endParaRPr lang="en-US" sz="1500" dirty="0"/>
          </a:p>
        </p:txBody>
      </p:sp>
      <p:sp>
        <p:nvSpPr>
          <p:cNvPr id="12" name="Text 10"/>
          <p:cNvSpPr/>
          <p:nvPr/>
        </p:nvSpPr>
        <p:spPr>
          <a:xfrm>
            <a:off x="4389120" y="3017520"/>
            <a:ext cx="3401568" cy="438912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t">
            <a:normAutofit/>
          </a:bodyPr>
          <a:lstStyle/>
          <a:p>
            <a:pPr algn="l" indent="0" marL="0">
              <a:buNone/>
            </a:pPr>
            <a:r>
              <a:rPr lang="en-US" sz="1450" b="1" dirty="0">
                <a:solidFill>
                  <a:srgbClr val="050505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タイトル 3</a:t>
            </a:r>
            <a:endParaRPr lang="en-US" sz="1450" dirty="0"/>
          </a:p>
        </p:txBody>
      </p:sp>
      <p:sp>
        <p:nvSpPr>
          <p:cNvPr id="13" name="Text 11"/>
          <p:cNvSpPr/>
          <p:nvPr/>
        </p:nvSpPr>
        <p:spPr>
          <a:xfrm>
            <a:off x="4389120" y="3611880"/>
            <a:ext cx="3401568" cy="1097280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t">
            <a:normAutofit/>
          </a:bodyPr>
          <a:lstStyle/>
          <a:p>
            <a:pPr algn="l" indent="0" marL="0">
              <a:buNone/>
            </a:pPr>
            <a:r>
              <a:rPr lang="en-US" sz="1500" dirty="0">
                <a:solidFill>
                  <a:srgbClr val="050505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Text 2</a:t>
            </a:r>
            <a:endParaRPr lang="en-US" sz="1500" dirty="0"/>
          </a:p>
        </p:txBody>
      </p:sp>
      <p:sp>
        <p:nvSpPr>
          <p:cNvPr id="14" name="Text 12"/>
          <p:cNvSpPr/>
          <p:nvPr/>
        </p:nvSpPr>
        <p:spPr>
          <a:xfrm>
            <a:off x="8202168" y="3017520"/>
            <a:ext cx="3401568" cy="438912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t">
            <a:normAutofit/>
          </a:bodyPr>
          <a:lstStyle/>
          <a:p>
            <a:pPr algn="l" indent="0" marL="0">
              <a:buNone/>
            </a:pPr>
            <a:r>
              <a:rPr lang="en-US" sz="1450" b="1" dirty="0">
                <a:solidFill>
                  <a:srgbClr val="050505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タイトル 4</a:t>
            </a:r>
            <a:endParaRPr lang="en-US" sz="1450" dirty="0"/>
          </a:p>
        </p:txBody>
      </p:sp>
      <p:sp>
        <p:nvSpPr>
          <p:cNvPr id="15" name="Text 13"/>
          <p:cNvSpPr/>
          <p:nvPr/>
        </p:nvSpPr>
        <p:spPr>
          <a:xfrm>
            <a:off x="8202168" y="3611880"/>
            <a:ext cx="3401568" cy="1097280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t">
            <a:normAutofit/>
          </a:bodyPr>
          <a:lstStyle/>
          <a:p>
            <a:pPr algn="l" indent="0" marL="0">
              <a:buNone/>
            </a:pPr>
            <a:r>
              <a:rPr lang="en-US" sz="1500" dirty="0">
                <a:solidFill>
                  <a:srgbClr val="050505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Text 3</a:t>
            </a:r>
            <a:endParaRPr lang="en-US" sz="15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76072" y="320040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b">
            <a:normAutofit/>
          </a:bodyPr>
          <a:lstStyle/>
          <a:p>
            <a:pPr indent="0" marL="0">
              <a:buNone/>
            </a:pPr>
            <a:r>
              <a:rPr lang="en-US" sz="1400" dirty="0">
                <a:solidFill>
                  <a:srgbClr val="050505"/>
                </a:solidFill>
                <a:latin typeface="Yu Mincho Demibold" pitchFamily="34" charset="0"/>
                <a:ea typeface="Yu Mincho Demibold" pitchFamily="34" charset="-122"/>
                <a:cs typeface="Yu Mincho Demibold" pitchFamily="34" charset="-120"/>
              </a:rPr>
              <a:t>スライド型カタログ</a:t>
            </a:r>
            <a:endParaRPr lang="en-US" sz="1400" dirty="0"/>
          </a:p>
        </p:txBody>
      </p:sp>
      <p:sp>
        <p:nvSpPr>
          <p:cNvPr id="3" name="Text 1"/>
          <p:cNvSpPr/>
          <p:nvPr/>
        </p:nvSpPr>
        <p:spPr>
          <a:xfrm>
            <a:off x="7043623" y="411480"/>
            <a:ext cx="4572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800" dirty="0">
                <a:solidFill>
                  <a:srgbClr val="666B70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02  EVIDENCE_BASIS</a:t>
            </a:r>
            <a:endParaRPr lang="en-US" sz="800" dirty="0"/>
          </a:p>
        </p:txBody>
      </p:sp>
      <p:sp>
        <p:nvSpPr>
          <p:cNvPr id="4" name="Shape 2"/>
          <p:cNvSpPr/>
          <p:nvPr/>
        </p:nvSpPr>
        <p:spPr>
          <a:xfrm>
            <a:off x="576072" y="784555"/>
            <a:ext cx="11039551" cy="0"/>
          </a:xfrm>
          <a:prstGeom prst="line">
            <a:avLst/>
          </a:prstGeom>
          <a:noFill/>
          <a:ln w="13970">
            <a:solidFill>
              <a:srgbClr val="050505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576072" y="914400"/>
            <a:ext cx="11039551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2200" dirty="0">
                <a:solidFill>
                  <a:srgbClr val="050505"/>
                </a:solidFill>
                <a:latin typeface="Yu Mincho Demibold" pitchFamily="34" charset="0"/>
                <a:ea typeface="Yu Mincho Demibold" pitchFamily="34" charset="-122"/>
                <a:cs typeface="Yu Mincho Demibold" pitchFamily="34" charset="-120"/>
              </a:rPr>
              <a:t>調査の土台</a:t>
            </a:r>
            <a:endParaRPr lang="en-US" sz="2200" dirty="0"/>
          </a:p>
        </p:txBody>
      </p:sp>
      <p:sp>
        <p:nvSpPr>
          <p:cNvPr id="6" name="Text 4"/>
          <p:cNvSpPr/>
          <p:nvPr/>
        </p:nvSpPr>
        <p:spPr>
          <a:xfrm>
            <a:off x="576072" y="6245352"/>
            <a:ext cx="89611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750" dirty="0">
                <a:solidFill>
                  <a:srgbClr val="666B70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出典：Source 1</a:t>
            </a:r>
            <a:endParaRPr lang="en-US" sz="750" dirty="0"/>
          </a:p>
        </p:txBody>
      </p:sp>
      <p:sp>
        <p:nvSpPr>
          <p:cNvPr id="7" name="Shape 5"/>
          <p:cNvSpPr/>
          <p:nvPr/>
        </p:nvSpPr>
        <p:spPr>
          <a:xfrm>
            <a:off x="576072" y="6483096"/>
            <a:ext cx="11039551" cy="0"/>
          </a:xfrm>
          <a:prstGeom prst="line">
            <a:avLst/>
          </a:prstGeom>
          <a:noFill/>
          <a:ln w="8890">
            <a:solidFill>
              <a:srgbClr val="D9DCDF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576072" y="6565392"/>
            <a:ext cx="54864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850" b="1" dirty="0">
                <a:solidFill>
                  <a:srgbClr val="050505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スライド型カタログ</a:t>
            </a:r>
            <a:endParaRPr lang="en-US" sz="850" dirty="0"/>
          </a:p>
        </p:txBody>
      </p:sp>
      <p:sp>
        <p:nvSpPr>
          <p:cNvPr id="9" name="Text 7"/>
          <p:cNvSpPr/>
          <p:nvPr/>
        </p:nvSpPr>
        <p:spPr>
          <a:xfrm>
            <a:off x="11249863" y="6565392"/>
            <a:ext cx="3657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666B70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3</a:t>
            </a:r>
            <a:endParaRPr lang="en-US" sz="750" dirty="0"/>
          </a:p>
        </p:txBody>
      </p:sp>
      <p:sp>
        <p:nvSpPr>
          <p:cNvPr id="10" name="Text 8"/>
          <p:cNvSpPr/>
          <p:nvPr/>
        </p:nvSpPr>
        <p:spPr>
          <a:xfrm>
            <a:off x="576072" y="2363724"/>
            <a:ext cx="3383280" cy="2377440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t">
            <a:normAutofit/>
          </a:bodyPr>
          <a:lstStyle/>
          <a:p>
            <a:pPr algn="l" indent="0" marL="0">
              <a:buNone/>
            </a:pPr>
            <a:r>
              <a:rPr lang="en-US" sz="1300" dirty="0">
                <a:solidFill>
                  <a:srgbClr val="666B70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指標名、単位、YYYY〜YYYY年</a:t>
            </a:r>
            <a:endParaRPr lang="en-US" sz="1300" dirty="0"/>
          </a:p>
        </p:txBody>
      </p:sp>
      <p:sp>
        <p:nvSpPr>
          <p:cNvPr id="11" name="Text 9"/>
          <p:cNvSpPr/>
          <p:nvPr/>
        </p:nvSpPr>
        <p:spPr>
          <a:xfrm>
            <a:off x="4599432" y="2363724"/>
            <a:ext cx="1737360" cy="457200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t">
            <a:normAutofit/>
          </a:bodyPr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1E5F8C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180+</a:t>
            </a:r>
            <a:endParaRPr lang="en-US" sz="2600" dirty="0"/>
          </a:p>
        </p:txBody>
      </p:sp>
      <p:sp>
        <p:nvSpPr>
          <p:cNvPr id="12" name="Text 10"/>
          <p:cNvSpPr/>
          <p:nvPr/>
        </p:nvSpPr>
        <p:spPr>
          <a:xfrm>
            <a:off x="6473952" y="2436876"/>
            <a:ext cx="5141671" cy="548640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t">
            <a:normAutofit/>
          </a:bodyPr>
          <a:lstStyle/>
          <a:p>
            <a:pPr algn="l" indent="0" marL="0">
              <a:buNone/>
            </a:pPr>
            <a:r>
              <a:rPr lang="en-US" sz="1200" dirty="0">
                <a:solidFill>
                  <a:srgbClr val="050505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Text 1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4599432" y="3003804"/>
            <a:ext cx="7016191" cy="0"/>
          </a:xfrm>
          <a:prstGeom prst="line">
            <a:avLst/>
          </a:prstGeom>
          <a:noFill/>
          <a:ln w="12700">
            <a:solidFill>
              <a:srgbClr val="D9DCDF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4599432" y="3150108"/>
            <a:ext cx="1737360" cy="457200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t">
            <a:normAutofit/>
          </a:bodyPr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1E5F8C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2.4M</a:t>
            </a:r>
            <a:endParaRPr lang="en-US" sz="2600" dirty="0"/>
          </a:p>
        </p:txBody>
      </p:sp>
      <p:sp>
        <p:nvSpPr>
          <p:cNvPr id="15" name="Text 13"/>
          <p:cNvSpPr/>
          <p:nvPr/>
        </p:nvSpPr>
        <p:spPr>
          <a:xfrm>
            <a:off x="6473952" y="3223260"/>
            <a:ext cx="5141671" cy="548640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t">
            <a:normAutofit/>
          </a:bodyPr>
          <a:lstStyle/>
          <a:p>
            <a:pPr algn="l" indent="0" marL="0">
              <a:buNone/>
            </a:pPr>
            <a:r>
              <a:rPr lang="en-US" sz="1200" dirty="0">
                <a:solidFill>
                  <a:srgbClr val="050505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Text 2</a:t>
            </a:r>
            <a:endParaRPr lang="en-US" sz="1200" dirty="0"/>
          </a:p>
        </p:txBody>
      </p:sp>
      <p:sp>
        <p:nvSpPr>
          <p:cNvPr id="16" name="Shape 14"/>
          <p:cNvSpPr/>
          <p:nvPr/>
        </p:nvSpPr>
        <p:spPr>
          <a:xfrm>
            <a:off x="4599432" y="3790188"/>
            <a:ext cx="7016191" cy="0"/>
          </a:xfrm>
          <a:prstGeom prst="line">
            <a:avLst/>
          </a:prstGeom>
          <a:noFill/>
          <a:ln w="12700">
            <a:solidFill>
              <a:srgbClr val="D9DCDF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4599432" y="3936492"/>
            <a:ext cx="1737360" cy="457200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t">
            <a:normAutofit/>
          </a:bodyPr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1E5F8C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640</a:t>
            </a:r>
            <a:endParaRPr lang="en-US" sz="2600" dirty="0"/>
          </a:p>
        </p:txBody>
      </p:sp>
      <p:sp>
        <p:nvSpPr>
          <p:cNvPr id="18" name="Text 16"/>
          <p:cNvSpPr/>
          <p:nvPr/>
        </p:nvSpPr>
        <p:spPr>
          <a:xfrm>
            <a:off x="6473952" y="4009644"/>
            <a:ext cx="5141671" cy="548640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t">
            <a:normAutofit/>
          </a:bodyPr>
          <a:lstStyle/>
          <a:p>
            <a:pPr algn="l" indent="0" marL="0">
              <a:buNone/>
            </a:pPr>
            <a:r>
              <a:rPr lang="en-US" sz="1200" dirty="0">
                <a:solidFill>
                  <a:srgbClr val="050505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Text 3</a:t>
            </a:r>
            <a:endParaRPr lang="en-US" sz="1200" dirty="0"/>
          </a:p>
        </p:txBody>
      </p:sp>
      <p:sp>
        <p:nvSpPr>
          <p:cNvPr id="19" name="Shape 17"/>
          <p:cNvSpPr/>
          <p:nvPr/>
        </p:nvSpPr>
        <p:spPr>
          <a:xfrm>
            <a:off x="4599432" y="4576572"/>
            <a:ext cx="7016191" cy="0"/>
          </a:xfrm>
          <a:prstGeom prst="line">
            <a:avLst/>
          </a:prstGeom>
          <a:noFill/>
          <a:ln w="12700">
            <a:solidFill>
              <a:srgbClr val="D9DCDF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4599432" y="4722876"/>
            <a:ext cx="1737360" cy="457200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t">
            <a:normAutofit/>
          </a:bodyPr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1E5F8C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12</a:t>
            </a:r>
            <a:endParaRPr lang="en-US" sz="2600" dirty="0"/>
          </a:p>
        </p:txBody>
      </p:sp>
      <p:sp>
        <p:nvSpPr>
          <p:cNvPr id="21" name="Text 19"/>
          <p:cNvSpPr/>
          <p:nvPr/>
        </p:nvSpPr>
        <p:spPr>
          <a:xfrm>
            <a:off x="6473952" y="4796028"/>
            <a:ext cx="5141671" cy="548640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t">
            <a:normAutofit/>
          </a:bodyPr>
          <a:lstStyle/>
          <a:p>
            <a:pPr algn="l" indent="0" marL="0">
              <a:buNone/>
            </a:pPr>
            <a:r>
              <a:rPr lang="en-US" sz="1200" dirty="0">
                <a:solidFill>
                  <a:srgbClr val="050505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Text 4</a:t>
            </a:r>
            <a:endParaRPr lang="en-US" sz="1200" dirty="0"/>
          </a:p>
        </p:txBody>
      </p:sp>
      <p:sp>
        <p:nvSpPr>
          <p:cNvPr id="22" name="Shape 20"/>
          <p:cNvSpPr/>
          <p:nvPr/>
        </p:nvSpPr>
        <p:spPr>
          <a:xfrm>
            <a:off x="4599432" y="5362956"/>
            <a:ext cx="7016191" cy="0"/>
          </a:xfrm>
          <a:prstGeom prst="line">
            <a:avLst/>
          </a:prstGeom>
          <a:noFill/>
          <a:ln w="12700">
            <a:solidFill>
              <a:srgbClr val="D9DCDF"/>
            </a:solidFill>
            <a:prstDash val="solid"/>
          </a:ln>
        </p:spPr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76072" y="320040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b">
            <a:normAutofit/>
          </a:bodyPr>
          <a:lstStyle/>
          <a:p>
            <a:pPr indent="0" marL="0">
              <a:buNone/>
            </a:pPr>
            <a:r>
              <a:rPr lang="en-US" sz="1400" dirty="0">
                <a:solidFill>
                  <a:srgbClr val="050505"/>
                </a:solidFill>
                <a:latin typeface="Yu Mincho Demibold" pitchFamily="34" charset="0"/>
                <a:ea typeface="Yu Mincho Demibold" pitchFamily="34" charset="-122"/>
                <a:cs typeface="Yu Mincho Demibold" pitchFamily="34" charset="-120"/>
              </a:rPr>
              <a:t>スライド型カタログ</a:t>
            </a:r>
            <a:endParaRPr lang="en-US" sz="1400" dirty="0"/>
          </a:p>
        </p:txBody>
      </p:sp>
      <p:sp>
        <p:nvSpPr>
          <p:cNvPr id="3" name="Text 1"/>
          <p:cNvSpPr/>
          <p:nvPr/>
        </p:nvSpPr>
        <p:spPr>
          <a:xfrm>
            <a:off x="7043623" y="411480"/>
            <a:ext cx="4572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800" dirty="0">
                <a:solidFill>
                  <a:srgbClr val="666B70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03  BIG_STAT_PAIR</a:t>
            </a:r>
            <a:endParaRPr lang="en-US" sz="800" dirty="0"/>
          </a:p>
        </p:txBody>
      </p:sp>
      <p:sp>
        <p:nvSpPr>
          <p:cNvPr id="4" name="Shape 2"/>
          <p:cNvSpPr/>
          <p:nvPr/>
        </p:nvSpPr>
        <p:spPr>
          <a:xfrm>
            <a:off x="576072" y="784555"/>
            <a:ext cx="11039551" cy="0"/>
          </a:xfrm>
          <a:prstGeom prst="line">
            <a:avLst/>
          </a:prstGeom>
          <a:noFill/>
          <a:ln w="13970">
            <a:solidFill>
              <a:srgbClr val="050505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576072" y="914400"/>
            <a:ext cx="11039551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2200" dirty="0">
                <a:solidFill>
                  <a:srgbClr val="050505"/>
                </a:solidFill>
                <a:latin typeface="Yu Mincho Demibold" pitchFamily="34" charset="0"/>
                <a:ea typeface="Yu Mincho Demibold" pitchFamily="34" charset="-122"/>
                <a:cs typeface="Yu Mincho Demibold" pitchFamily="34" charset="-120"/>
              </a:rPr>
              <a:t>大型数値の対比</a:t>
            </a:r>
            <a:endParaRPr lang="en-US" sz="2200" dirty="0"/>
          </a:p>
        </p:txBody>
      </p:sp>
      <p:sp>
        <p:nvSpPr>
          <p:cNvPr id="6" name="Text 4"/>
          <p:cNvSpPr/>
          <p:nvPr/>
        </p:nvSpPr>
        <p:spPr>
          <a:xfrm>
            <a:off x="576072" y="6245352"/>
            <a:ext cx="89611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750" dirty="0">
                <a:solidFill>
                  <a:srgbClr val="666B70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出典：Source 1</a:t>
            </a:r>
            <a:endParaRPr lang="en-US" sz="750" dirty="0"/>
          </a:p>
        </p:txBody>
      </p:sp>
      <p:sp>
        <p:nvSpPr>
          <p:cNvPr id="7" name="Shape 5"/>
          <p:cNvSpPr/>
          <p:nvPr/>
        </p:nvSpPr>
        <p:spPr>
          <a:xfrm>
            <a:off x="576072" y="6483096"/>
            <a:ext cx="11039551" cy="0"/>
          </a:xfrm>
          <a:prstGeom prst="line">
            <a:avLst/>
          </a:prstGeom>
          <a:noFill/>
          <a:ln w="8890">
            <a:solidFill>
              <a:srgbClr val="D9DCDF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576072" y="6565392"/>
            <a:ext cx="54864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850" b="1" dirty="0">
                <a:solidFill>
                  <a:srgbClr val="050505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スライド型カタログ</a:t>
            </a:r>
            <a:endParaRPr lang="en-US" sz="850" dirty="0"/>
          </a:p>
        </p:txBody>
      </p:sp>
      <p:sp>
        <p:nvSpPr>
          <p:cNvPr id="9" name="Text 7"/>
          <p:cNvSpPr/>
          <p:nvPr/>
        </p:nvSpPr>
        <p:spPr>
          <a:xfrm>
            <a:off x="11249863" y="6565392"/>
            <a:ext cx="3657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666B70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4</a:t>
            </a:r>
            <a:endParaRPr lang="en-US" sz="750" dirty="0"/>
          </a:p>
        </p:txBody>
      </p:sp>
      <p:sp>
        <p:nvSpPr>
          <p:cNvPr id="10" name="Text 8"/>
          <p:cNvSpPr/>
          <p:nvPr/>
        </p:nvSpPr>
        <p:spPr>
          <a:xfrm>
            <a:off x="576072" y="1993392"/>
            <a:ext cx="11039551" cy="274320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t">
            <a:normAutofit/>
          </a:bodyPr>
          <a:lstStyle/>
          <a:p>
            <a:pPr algn="l" indent="0" marL="0">
              <a:buNone/>
            </a:pPr>
            <a:r>
              <a:rPr lang="en-US" sz="1250" b="1" dirty="0">
                <a:solidFill>
                  <a:srgbClr val="666B70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指標名、単位、YYYY〜YYYY年</a:t>
            </a:r>
            <a:endParaRPr lang="en-US" sz="1250" dirty="0"/>
          </a:p>
        </p:txBody>
      </p:sp>
      <p:sp>
        <p:nvSpPr>
          <p:cNvPr id="11" name="Text 9"/>
          <p:cNvSpPr/>
          <p:nvPr/>
        </p:nvSpPr>
        <p:spPr>
          <a:xfrm>
            <a:off x="576072" y="2761488"/>
            <a:ext cx="5154016" cy="1371600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t">
            <a:normAutofit/>
          </a:bodyPr>
          <a:lstStyle/>
          <a:p>
            <a:pPr algn="l" indent="0" marL="0">
              <a:buNone/>
            </a:pPr>
            <a:r>
              <a:rPr lang="en-US" sz="7200" b="1" dirty="0">
                <a:solidFill>
                  <a:srgbClr val="1E5F8C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18%</a:t>
            </a:r>
            <a:endParaRPr lang="en-US" sz="7200" dirty="0"/>
          </a:p>
        </p:txBody>
      </p:sp>
      <p:sp>
        <p:nvSpPr>
          <p:cNvPr id="12" name="Text 10"/>
          <p:cNvSpPr/>
          <p:nvPr/>
        </p:nvSpPr>
        <p:spPr>
          <a:xfrm>
            <a:off x="576072" y="4315968"/>
            <a:ext cx="5154016" cy="731520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t">
            <a:normAutofit/>
          </a:bodyPr>
          <a:lstStyle/>
          <a:p>
            <a:pPr algn="l" indent="0" marL="0">
              <a:buNone/>
            </a:pPr>
            <a:r>
              <a:rPr lang="en-US" sz="1500" dirty="0">
                <a:solidFill>
                  <a:srgbClr val="050505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ラベル1</a:t>
            </a:r>
            <a:endParaRPr lang="en-US" sz="1500" dirty="0"/>
          </a:p>
        </p:txBody>
      </p:sp>
      <p:sp>
        <p:nvSpPr>
          <p:cNvPr id="13" name="Text 11"/>
          <p:cNvSpPr/>
          <p:nvPr/>
        </p:nvSpPr>
        <p:spPr>
          <a:xfrm>
            <a:off x="576072" y="5093208"/>
            <a:ext cx="5154016" cy="640080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t">
            <a:normAutofit/>
          </a:bodyPr>
          <a:lstStyle/>
          <a:p>
            <a:pPr algn="l" indent="0" marL="0">
              <a:buNone/>
            </a:pPr>
            <a:r>
              <a:rPr lang="en-US" sz="1150" dirty="0">
                <a:solidFill>
                  <a:srgbClr val="666B70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注：前提や注記を記載</a:t>
            </a:r>
            <a:endParaRPr lang="en-US" sz="1150" dirty="0"/>
          </a:p>
        </p:txBody>
      </p:sp>
      <p:sp>
        <p:nvSpPr>
          <p:cNvPr id="14" name="Text 12"/>
          <p:cNvSpPr/>
          <p:nvPr/>
        </p:nvSpPr>
        <p:spPr>
          <a:xfrm>
            <a:off x="6461608" y="2761488"/>
            <a:ext cx="5154016" cy="1371600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t">
            <a:normAutofit/>
          </a:bodyPr>
          <a:lstStyle/>
          <a:p>
            <a:pPr algn="l" indent="0" marL="0">
              <a:buNone/>
            </a:pPr>
            <a:r>
              <a:rPr lang="en-US" sz="7200" b="1" dirty="0">
                <a:solidFill>
                  <a:srgbClr val="1E5F8C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7</a:t>
            </a:r>
            <a:endParaRPr lang="en-US" sz="7200" dirty="0"/>
          </a:p>
        </p:txBody>
      </p:sp>
      <p:sp>
        <p:nvSpPr>
          <p:cNvPr id="15" name="Text 13"/>
          <p:cNvSpPr/>
          <p:nvPr/>
        </p:nvSpPr>
        <p:spPr>
          <a:xfrm>
            <a:off x="6461608" y="4315968"/>
            <a:ext cx="5154016" cy="731520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t">
            <a:normAutofit/>
          </a:bodyPr>
          <a:lstStyle/>
          <a:p>
            <a:pPr algn="l" indent="0" marL="0">
              <a:buNone/>
            </a:pPr>
            <a:r>
              <a:rPr lang="en-US" sz="1500" dirty="0">
                <a:solidFill>
                  <a:srgbClr val="050505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ラベル2</a:t>
            </a:r>
            <a:endParaRPr lang="en-US" sz="1500" dirty="0"/>
          </a:p>
        </p:txBody>
      </p:sp>
      <p:sp>
        <p:nvSpPr>
          <p:cNvPr id="16" name="Text 14"/>
          <p:cNvSpPr/>
          <p:nvPr/>
        </p:nvSpPr>
        <p:spPr>
          <a:xfrm>
            <a:off x="6461608" y="5093208"/>
            <a:ext cx="5154016" cy="640080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t">
            <a:normAutofit/>
          </a:bodyPr>
          <a:lstStyle/>
          <a:p>
            <a:pPr algn="l" indent="0" marL="0">
              <a:buNone/>
            </a:pPr>
            <a:r>
              <a:rPr lang="en-US" sz="1150" dirty="0">
                <a:solidFill>
                  <a:srgbClr val="666B70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注：前提や注記を記載</a:t>
            </a:r>
            <a:endParaRPr lang="en-US" sz="115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76072" y="320040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b">
            <a:normAutofit/>
          </a:bodyPr>
          <a:lstStyle/>
          <a:p>
            <a:pPr indent="0" marL="0">
              <a:buNone/>
            </a:pPr>
            <a:r>
              <a:rPr lang="en-US" sz="1400" dirty="0">
                <a:solidFill>
                  <a:srgbClr val="050505"/>
                </a:solidFill>
                <a:latin typeface="Yu Mincho Demibold" pitchFamily="34" charset="0"/>
                <a:ea typeface="Yu Mincho Demibold" pitchFamily="34" charset="-122"/>
                <a:cs typeface="Yu Mincho Demibold" pitchFamily="34" charset="-120"/>
              </a:rPr>
              <a:t>スライド型カタログ</a:t>
            </a:r>
            <a:endParaRPr lang="en-US" sz="1400" dirty="0"/>
          </a:p>
        </p:txBody>
      </p:sp>
      <p:sp>
        <p:nvSpPr>
          <p:cNvPr id="3" name="Text 1"/>
          <p:cNvSpPr/>
          <p:nvPr/>
        </p:nvSpPr>
        <p:spPr>
          <a:xfrm>
            <a:off x="7043623" y="411480"/>
            <a:ext cx="4572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800" dirty="0">
                <a:solidFill>
                  <a:srgbClr val="666B70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04  KPI_DASHBOARD</a:t>
            </a:r>
            <a:endParaRPr lang="en-US" sz="800" dirty="0"/>
          </a:p>
        </p:txBody>
      </p:sp>
      <p:sp>
        <p:nvSpPr>
          <p:cNvPr id="4" name="Shape 2"/>
          <p:cNvSpPr/>
          <p:nvPr/>
        </p:nvSpPr>
        <p:spPr>
          <a:xfrm>
            <a:off x="576072" y="784555"/>
            <a:ext cx="11039551" cy="0"/>
          </a:xfrm>
          <a:prstGeom prst="line">
            <a:avLst/>
          </a:prstGeom>
          <a:noFill/>
          <a:ln w="13970">
            <a:solidFill>
              <a:srgbClr val="050505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576072" y="914400"/>
            <a:ext cx="11039551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2200" dirty="0">
                <a:solidFill>
                  <a:srgbClr val="050505"/>
                </a:solidFill>
                <a:latin typeface="Yu Mincho Demibold" pitchFamily="34" charset="0"/>
                <a:ea typeface="Yu Mincho Demibold" pitchFamily="34" charset="-122"/>
                <a:cs typeface="Yu Mincho Demibold" pitchFamily="34" charset="-120"/>
              </a:rPr>
              <a:t>KPI一覧</a:t>
            </a:r>
            <a:endParaRPr lang="en-US" sz="2200" dirty="0"/>
          </a:p>
        </p:txBody>
      </p:sp>
      <p:sp>
        <p:nvSpPr>
          <p:cNvPr id="6" name="Text 4"/>
          <p:cNvSpPr/>
          <p:nvPr/>
        </p:nvSpPr>
        <p:spPr>
          <a:xfrm>
            <a:off x="576072" y="6245352"/>
            <a:ext cx="89611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750" dirty="0">
                <a:solidFill>
                  <a:srgbClr val="666B70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出典：Source 1</a:t>
            </a:r>
            <a:endParaRPr lang="en-US" sz="750" dirty="0"/>
          </a:p>
        </p:txBody>
      </p:sp>
      <p:sp>
        <p:nvSpPr>
          <p:cNvPr id="7" name="Shape 5"/>
          <p:cNvSpPr/>
          <p:nvPr/>
        </p:nvSpPr>
        <p:spPr>
          <a:xfrm>
            <a:off x="576072" y="6483096"/>
            <a:ext cx="11039551" cy="0"/>
          </a:xfrm>
          <a:prstGeom prst="line">
            <a:avLst/>
          </a:prstGeom>
          <a:noFill/>
          <a:ln w="8890">
            <a:solidFill>
              <a:srgbClr val="D9DCDF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576072" y="6565392"/>
            <a:ext cx="54864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850" b="1" dirty="0">
                <a:solidFill>
                  <a:srgbClr val="050505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スライド型カタログ</a:t>
            </a:r>
            <a:endParaRPr lang="en-US" sz="850" dirty="0"/>
          </a:p>
        </p:txBody>
      </p:sp>
      <p:sp>
        <p:nvSpPr>
          <p:cNvPr id="9" name="Text 7"/>
          <p:cNvSpPr/>
          <p:nvPr/>
        </p:nvSpPr>
        <p:spPr>
          <a:xfrm>
            <a:off x="11249863" y="6565392"/>
            <a:ext cx="3657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666B70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5</a:t>
            </a:r>
            <a:endParaRPr lang="en-US" sz="750" dirty="0"/>
          </a:p>
        </p:txBody>
      </p:sp>
      <p:sp>
        <p:nvSpPr>
          <p:cNvPr id="10" name="Shape 8"/>
          <p:cNvSpPr/>
          <p:nvPr/>
        </p:nvSpPr>
        <p:spPr>
          <a:xfrm>
            <a:off x="576072" y="2880360"/>
            <a:ext cx="2485568" cy="0"/>
          </a:xfrm>
          <a:prstGeom prst="line">
            <a:avLst/>
          </a:prstGeom>
          <a:noFill/>
          <a:ln w="25400">
            <a:solidFill>
              <a:srgbClr val="050505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76072" y="3026664"/>
            <a:ext cx="2485568" cy="274320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t">
            <a:normAutofit/>
          </a:bodyPr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666B70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ラベル1</a:t>
            </a:r>
            <a:endParaRPr lang="en-US" sz="1200" dirty="0"/>
          </a:p>
        </p:txBody>
      </p:sp>
      <p:sp>
        <p:nvSpPr>
          <p:cNvPr id="12" name="Text 10"/>
          <p:cNvSpPr/>
          <p:nvPr/>
        </p:nvSpPr>
        <p:spPr>
          <a:xfrm>
            <a:off x="576072" y="3337560"/>
            <a:ext cx="2485568" cy="640080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t">
            <a:normAutofit/>
          </a:bodyPr>
          <a:lstStyle/>
          <a:p>
            <a:pPr algn="l" indent="0" marL="0">
              <a:buNone/>
            </a:pPr>
            <a:r>
              <a:rPr lang="en-US" sz="3400" b="1" dirty="0">
                <a:solidFill>
                  <a:srgbClr val="1E5F8C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-18%</a:t>
            </a:r>
            <a:endParaRPr lang="en-US" sz="3400" dirty="0"/>
          </a:p>
        </p:txBody>
      </p:sp>
      <p:sp>
        <p:nvSpPr>
          <p:cNvPr id="13" name="Text 11"/>
          <p:cNvSpPr/>
          <p:nvPr/>
        </p:nvSpPr>
        <p:spPr>
          <a:xfrm>
            <a:off x="576072" y="4069080"/>
            <a:ext cx="2485568" cy="274320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t">
            <a:normAutofit/>
          </a:bodyPr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00856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Text 1</a:t>
            </a:r>
            <a:endParaRPr lang="en-US" sz="1300" dirty="0"/>
          </a:p>
        </p:txBody>
      </p:sp>
      <p:sp>
        <p:nvSpPr>
          <p:cNvPr id="14" name="Text 12"/>
          <p:cNvSpPr/>
          <p:nvPr/>
        </p:nvSpPr>
        <p:spPr>
          <a:xfrm>
            <a:off x="576072" y="4389120"/>
            <a:ext cx="2485568" cy="457200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t">
            <a:normAutofit/>
          </a:bodyPr>
          <a:lstStyle/>
          <a:p>
            <a:pPr algn="l" indent="0" marL="0">
              <a:buNone/>
            </a:pPr>
            <a:r>
              <a:rPr lang="en-US" sz="1100" dirty="0">
                <a:solidFill>
                  <a:srgbClr val="666B70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注：前提や注記を記載</a:t>
            </a:r>
            <a:endParaRPr lang="en-US" sz="1100" dirty="0"/>
          </a:p>
        </p:txBody>
      </p:sp>
      <p:sp>
        <p:nvSpPr>
          <p:cNvPr id="15" name="Shape 13"/>
          <p:cNvSpPr/>
          <p:nvPr/>
        </p:nvSpPr>
        <p:spPr>
          <a:xfrm>
            <a:off x="3427400" y="2880360"/>
            <a:ext cx="2485568" cy="0"/>
          </a:xfrm>
          <a:prstGeom prst="line">
            <a:avLst/>
          </a:prstGeom>
          <a:noFill/>
          <a:ln w="25400">
            <a:solidFill>
              <a:srgbClr val="050505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3427400" y="3026664"/>
            <a:ext cx="2485568" cy="274320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t">
            <a:normAutofit/>
          </a:bodyPr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666B70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ラベル2</a:t>
            </a:r>
            <a:endParaRPr lang="en-US" sz="1200" dirty="0"/>
          </a:p>
        </p:txBody>
      </p:sp>
      <p:sp>
        <p:nvSpPr>
          <p:cNvPr id="17" name="Text 15"/>
          <p:cNvSpPr/>
          <p:nvPr/>
        </p:nvSpPr>
        <p:spPr>
          <a:xfrm>
            <a:off x="3427400" y="3337560"/>
            <a:ext cx="2485568" cy="640080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t">
            <a:normAutofit/>
          </a:bodyPr>
          <a:lstStyle/>
          <a:p>
            <a:pPr algn="l" indent="0" marL="0">
              <a:buNone/>
            </a:pPr>
            <a:r>
              <a:rPr lang="en-US" sz="3400" b="1" dirty="0">
                <a:solidFill>
                  <a:srgbClr val="1E5F8C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0 days</a:t>
            </a:r>
            <a:endParaRPr lang="en-US" sz="3400" dirty="0"/>
          </a:p>
        </p:txBody>
      </p:sp>
      <p:sp>
        <p:nvSpPr>
          <p:cNvPr id="18" name="Text 16"/>
          <p:cNvSpPr/>
          <p:nvPr/>
        </p:nvSpPr>
        <p:spPr>
          <a:xfrm>
            <a:off x="3427400" y="4069080"/>
            <a:ext cx="2485568" cy="274320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t">
            <a:normAutofit/>
          </a:bodyPr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00856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Text 2</a:t>
            </a:r>
            <a:endParaRPr lang="en-US" sz="1300" dirty="0"/>
          </a:p>
        </p:txBody>
      </p:sp>
      <p:sp>
        <p:nvSpPr>
          <p:cNvPr id="19" name="Text 17"/>
          <p:cNvSpPr/>
          <p:nvPr/>
        </p:nvSpPr>
        <p:spPr>
          <a:xfrm>
            <a:off x="3427400" y="4389120"/>
            <a:ext cx="2485568" cy="457200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t">
            <a:normAutofit/>
          </a:bodyPr>
          <a:lstStyle/>
          <a:p>
            <a:pPr algn="l" indent="0" marL="0">
              <a:buNone/>
            </a:pPr>
            <a:r>
              <a:rPr lang="en-US" sz="1100" dirty="0">
                <a:solidFill>
                  <a:srgbClr val="666B70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注：前提や注記を記載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6278728" y="2880360"/>
            <a:ext cx="2485568" cy="0"/>
          </a:xfrm>
          <a:prstGeom prst="line">
            <a:avLst/>
          </a:prstGeom>
          <a:noFill/>
          <a:ln w="25400">
            <a:solidFill>
              <a:srgbClr val="050505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6278728" y="3026664"/>
            <a:ext cx="2485568" cy="274320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t">
            <a:normAutofit/>
          </a:bodyPr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666B70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ラベル3</a:t>
            </a:r>
            <a:endParaRPr lang="en-US" sz="1200" dirty="0"/>
          </a:p>
        </p:txBody>
      </p:sp>
      <p:sp>
        <p:nvSpPr>
          <p:cNvPr id="22" name="Text 20"/>
          <p:cNvSpPr/>
          <p:nvPr/>
        </p:nvSpPr>
        <p:spPr>
          <a:xfrm>
            <a:off x="6278728" y="3337560"/>
            <a:ext cx="2485568" cy="640080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t">
            <a:normAutofit/>
          </a:bodyPr>
          <a:lstStyle/>
          <a:p>
            <a:pPr algn="l" indent="0" marL="0">
              <a:buNone/>
            </a:pPr>
            <a:r>
              <a:rPr lang="en-US" sz="3400" b="1" dirty="0">
                <a:solidFill>
                  <a:srgbClr val="1E5F8C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2 / 4</a:t>
            </a:r>
            <a:endParaRPr lang="en-US" sz="3400" dirty="0"/>
          </a:p>
        </p:txBody>
      </p:sp>
      <p:sp>
        <p:nvSpPr>
          <p:cNvPr id="23" name="Text 21"/>
          <p:cNvSpPr/>
          <p:nvPr/>
        </p:nvSpPr>
        <p:spPr>
          <a:xfrm>
            <a:off x="6278728" y="4069080"/>
            <a:ext cx="2485568" cy="274320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t">
            <a:normAutofit/>
          </a:bodyPr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00856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Text 3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6278728" y="4389120"/>
            <a:ext cx="2485568" cy="457200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t">
            <a:normAutofit/>
          </a:bodyPr>
          <a:lstStyle/>
          <a:p>
            <a:pPr algn="l" indent="0" marL="0">
              <a:buNone/>
            </a:pPr>
            <a:r>
              <a:rPr lang="en-US" sz="1100" dirty="0">
                <a:solidFill>
                  <a:srgbClr val="666B70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注：前提や注記を記載</a:t>
            </a:r>
            <a:endParaRPr lang="en-US" sz="1100" dirty="0"/>
          </a:p>
        </p:txBody>
      </p:sp>
      <p:sp>
        <p:nvSpPr>
          <p:cNvPr id="25" name="Shape 23"/>
          <p:cNvSpPr/>
          <p:nvPr/>
        </p:nvSpPr>
        <p:spPr>
          <a:xfrm>
            <a:off x="9130055" y="2880360"/>
            <a:ext cx="2485568" cy="0"/>
          </a:xfrm>
          <a:prstGeom prst="line">
            <a:avLst/>
          </a:prstGeom>
          <a:noFill/>
          <a:ln w="25400">
            <a:solidFill>
              <a:srgbClr val="050505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9130055" y="3026664"/>
            <a:ext cx="2485568" cy="274320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t">
            <a:normAutofit/>
          </a:bodyPr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666B70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ラベル4</a:t>
            </a:r>
            <a:endParaRPr lang="en-US" sz="1200" dirty="0"/>
          </a:p>
        </p:txBody>
      </p:sp>
      <p:sp>
        <p:nvSpPr>
          <p:cNvPr id="27" name="Text 25"/>
          <p:cNvSpPr/>
          <p:nvPr/>
        </p:nvSpPr>
        <p:spPr>
          <a:xfrm>
            <a:off x="9130055" y="3337560"/>
            <a:ext cx="2485568" cy="640080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t">
            <a:normAutofit/>
          </a:bodyPr>
          <a:lstStyle/>
          <a:p>
            <a:pPr algn="l" indent="0" marL="0">
              <a:buNone/>
            </a:pPr>
            <a:r>
              <a:rPr lang="en-US" sz="3400" b="1" dirty="0">
                <a:solidFill>
                  <a:srgbClr val="1E5F8C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$6M</a:t>
            </a:r>
            <a:endParaRPr lang="en-US" sz="3400" dirty="0"/>
          </a:p>
        </p:txBody>
      </p:sp>
      <p:sp>
        <p:nvSpPr>
          <p:cNvPr id="28" name="Text 26"/>
          <p:cNvSpPr/>
          <p:nvPr/>
        </p:nvSpPr>
        <p:spPr>
          <a:xfrm>
            <a:off x="9130055" y="4069080"/>
            <a:ext cx="2485568" cy="274320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t">
            <a:normAutofit/>
          </a:bodyPr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00856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Text 4</a:t>
            </a:r>
            <a:endParaRPr lang="en-US" sz="1300" dirty="0"/>
          </a:p>
        </p:txBody>
      </p:sp>
      <p:sp>
        <p:nvSpPr>
          <p:cNvPr id="29" name="Text 27"/>
          <p:cNvSpPr/>
          <p:nvPr/>
        </p:nvSpPr>
        <p:spPr>
          <a:xfrm>
            <a:off x="9130055" y="4389120"/>
            <a:ext cx="2485568" cy="457200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t">
            <a:normAutofit/>
          </a:bodyPr>
          <a:lstStyle/>
          <a:p>
            <a:pPr algn="l" indent="0" marL="0">
              <a:buNone/>
            </a:pPr>
            <a:r>
              <a:rPr lang="en-US" sz="1100" dirty="0">
                <a:solidFill>
                  <a:srgbClr val="666B70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注：前提や注記を記載</a:t>
            </a:r>
            <a:endParaRPr lang="en-US" sz="11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76072" y="320040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b">
            <a:normAutofit/>
          </a:bodyPr>
          <a:lstStyle/>
          <a:p>
            <a:pPr indent="0" marL="0">
              <a:buNone/>
            </a:pPr>
            <a:r>
              <a:rPr lang="en-US" sz="1400" dirty="0">
                <a:solidFill>
                  <a:srgbClr val="050505"/>
                </a:solidFill>
                <a:latin typeface="Yu Mincho Demibold" pitchFamily="34" charset="0"/>
                <a:ea typeface="Yu Mincho Demibold" pitchFamily="34" charset="-122"/>
                <a:cs typeface="Yu Mincho Demibold" pitchFamily="34" charset="-120"/>
              </a:rPr>
              <a:t>スライド型カタログ</a:t>
            </a:r>
            <a:endParaRPr lang="en-US" sz="1400" dirty="0"/>
          </a:p>
        </p:txBody>
      </p:sp>
      <p:sp>
        <p:nvSpPr>
          <p:cNvPr id="3" name="Text 1"/>
          <p:cNvSpPr/>
          <p:nvPr/>
        </p:nvSpPr>
        <p:spPr>
          <a:xfrm>
            <a:off x="7043623" y="411480"/>
            <a:ext cx="4572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800" dirty="0">
                <a:solidFill>
                  <a:srgbClr val="666B70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05  CHART_INSIGHT</a:t>
            </a:r>
            <a:endParaRPr lang="en-US" sz="800" dirty="0"/>
          </a:p>
        </p:txBody>
      </p:sp>
      <p:sp>
        <p:nvSpPr>
          <p:cNvPr id="4" name="Shape 2"/>
          <p:cNvSpPr/>
          <p:nvPr/>
        </p:nvSpPr>
        <p:spPr>
          <a:xfrm>
            <a:off x="576072" y="784555"/>
            <a:ext cx="11039551" cy="0"/>
          </a:xfrm>
          <a:prstGeom prst="line">
            <a:avLst/>
          </a:prstGeom>
          <a:noFill/>
          <a:ln w="13970">
            <a:solidFill>
              <a:srgbClr val="050505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576072" y="914400"/>
            <a:ext cx="11039551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2200" dirty="0">
                <a:solidFill>
                  <a:srgbClr val="050505"/>
                </a:solidFill>
                <a:latin typeface="Yu Mincho Demibold" pitchFamily="34" charset="0"/>
                <a:ea typeface="Yu Mincho Demibold" pitchFamily="34" charset="-122"/>
                <a:cs typeface="Yu Mincho Demibold" pitchFamily="34" charset="-120"/>
              </a:rPr>
              <a:t>単一チャート＋含意</a:t>
            </a:r>
            <a:endParaRPr lang="en-US" sz="2200" dirty="0"/>
          </a:p>
        </p:txBody>
      </p:sp>
      <p:sp>
        <p:nvSpPr>
          <p:cNvPr id="6" name="Text 4"/>
          <p:cNvSpPr/>
          <p:nvPr/>
        </p:nvSpPr>
        <p:spPr>
          <a:xfrm>
            <a:off x="576072" y="6245352"/>
            <a:ext cx="89611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750" dirty="0">
                <a:solidFill>
                  <a:srgbClr val="666B70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注：前提・注記を記載 出典：Source 1</a:t>
            </a:r>
            <a:endParaRPr lang="en-US" sz="750" dirty="0"/>
          </a:p>
        </p:txBody>
      </p:sp>
      <p:sp>
        <p:nvSpPr>
          <p:cNvPr id="7" name="Shape 5"/>
          <p:cNvSpPr/>
          <p:nvPr/>
        </p:nvSpPr>
        <p:spPr>
          <a:xfrm>
            <a:off x="576072" y="6483096"/>
            <a:ext cx="11039551" cy="0"/>
          </a:xfrm>
          <a:prstGeom prst="line">
            <a:avLst/>
          </a:prstGeom>
          <a:noFill/>
          <a:ln w="8890">
            <a:solidFill>
              <a:srgbClr val="D9DCDF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576072" y="6565392"/>
            <a:ext cx="54864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850" b="1" dirty="0">
                <a:solidFill>
                  <a:srgbClr val="050505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スライド型カタログ</a:t>
            </a:r>
            <a:endParaRPr lang="en-US" sz="850" dirty="0"/>
          </a:p>
        </p:txBody>
      </p:sp>
      <p:sp>
        <p:nvSpPr>
          <p:cNvPr id="9" name="Text 7"/>
          <p:cNvSpPr/>
          <p:nvPr/>
        </p:nvSpPr>
        <p:spPr>
          <a:xfrm>
            <a:off x="11249863" y="6565392"/>
            <a:ext cx="3657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666B70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6</a:t>
            </a:r>
            <a:endParaRPr lang="en-US" sz="750" dirty="0"/>
          </a:p>
        </p:txBody>
      </p:sp>
      <p:sp>
        <p:nvSpPr>
          <p:cNvPr id="10" name="Text 8"/>
          <p:cNvSpPr/>
          <p:nvPr/>
        </p:nvSpPr>
        <p:spPr>
          <a:xfrm>
            <a:off x="576072" y="1920240"/>
            <a:ext cx="6126480" cy="274320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t">
            <a:normAutofit/>
          </a:bodyPr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050505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指標名、単位</a:t>
            </a:r>
            <a:endParaRPr lang="en-US" sz="1500" dirty="0"/>
          </a:p>
        </p:txBody>
      </p:sp>
      <p:sp>
        <p:nvSpPr>
          <p:cNvPr id="11" name="Shape 9"/>
          <p:cNvSpPr/>
          <p:nvPr/>
        </p:nvSpPr>
        <p:spPr>
          <a:xfrm>
            <a:off x="1399032" y="4442723"/>
            <a:ext cx="566928" cy="1135117"/>
          </a:xfrm>
          <a:prstGeom prst="rect">
            <a:avLst/>
          </a:prstGeom>
          <a:solidFill>
            <a:srgbClr val="071B2C"/>
          </a:solidFill>
          <a:ln/>
        </p:spPr>
      </p:sp>
      <p:sp>
        <p:nvSpPr>
          <p:cNvPr id="12" name="Text 10"/>
          <p:cNvSpPr/>
          <p:nvPr/>
        </p:nvSpPr>
        <p:spPr>
          <a:xfrm>
            <a:off x="1353312" y="4214123"/>
            <a:ext cx="658368" cy="182880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t">
            <a:normAutofit/>
          </a:bodyPr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50505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32</a:t>
            </a:r>
            <a:endParaRPr lang="en-US" sz="1200" dirty="0"/>
          </a:p>
        </p:txBody>
      </p:sp>
      <p:sp>
        <p:nvSpPr>
          <p:cNvPr id="13" name="Text 11"/>
          <p:cNvSpPr/>
          <p:nvPr/>
        </p:nvSpPr>
        <p:spPr>
          <a:xfrm>
            <a:off x="1170432" y="5669280"/>
            <a:ext cx="1024128" cy="256032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t">
            <a:normAutofit/>
          </a:bodyPr>
          <a:lstStyle/>
          <a:p>
            <a:pPr algn="l" indent="0" marL="0">
              <a:buNone/>
            </a:pPr>
            <a:r>
              <a:rPr lang="en-US" sz="950" dirty="0">
                <a:solidFill>
                  <a:srgbClr val="050505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ラベル1</a:t>
            </a:r>
            <a:endParaRPr lang="en-US" sz="950" dirty="0"/>
          </a:p>
        </p:txBody>
      </p:sp>
      <p:sp>
        <p:nvSpPr>
          <p:cNvPr id="14" name="Shape 12"/>
          <p:cNvSpPr/>
          <p:nvPr/>
        </p:nvSpPr>
        <p:spPr>
          <a:xfrm>
            <a:off x="2450592" y="4123471"/>
            <a:ext cx="566928" cy="1454369"/>
          </a:xfrm>
          <a:prstGeom prst="rect">
            <a:avLst/>
          </a:prstGeom>
          <a:solidFill>
            <a:srgbClr val="071B2C"/>
          </a:solidFill>
          <a:ln/>
        </p:spPr>
      </p:sp>
      <p:sp>
        <p:nvSpPr>
          <p:cNvPr id="15" name="Text 13"/>
          <p:cNvSpPr/>
          <p:nvPr/>
        </p:nvSpPr>
        <p:spPr>
          <a:xfrm>
            <a:off x="2404872" y="3894871"/>
            <a:ext cx="658368" cy="182880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t">
            <a:normAutofit/>
          </a:bodyPr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50505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41</a:t>
            </a:r>
            <a:endParaRPr lang="en-US" sz="1200" dirty="0"/>
          </a:p>
        </p:txBody>
      </p:sp>
      <p:sp>
        <p:nvSpPr>
          <p:cNvPr id="16" name="Text 14"/>
          <p:cNvSpPr/>
          <p:nvPr/>
        </p:nvSpPr>
        <p:spPr>
          <a:xfrm>
            <a:off x="2221992" y="5669280"/>
            <a:ext cx="1024128" cy="256032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t">
            <a:normAutofit/>
          </a:bodyPr>
          <a:lstStyle/>
          <a:p>
            <a:pPr algn="l" indent="0" marL="0">
              <a:buNone/>
            </a:pPr>
            <a:r>
              <a:rPr lang="en-US" sz="950" dirty="0">
                <a:solidFill>
                  <a:srgbClr val="050505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ラベル2</a:t>
            </a:r>
            <a:endParaRPr lang="en-US" sz="950" dirty="0"/>
          </a:p>
        </p:txBody>
      </p:sp>
      <p:sp>
        <p:nvSpPr>
          <p:cNvPr id="17" name="Shape 15"/>
          <p:cNvSpPr/>
          <p:nvPr/>
        </p:nvSpPr>
        <p:spPr>
          <a:xfrm>
            <a:off x="3502152" y="3839692"/>
            <a:ext cx="566928" cy="1738148"/>
          </a:xfrm>
          <a:prstGeom prst="rect">
            <a:avLst/>
          </a:prstGeom>
          <a:solidFill>
            <a:srgbClr val="79C8DC"/>
          </a:solidFill>
          <a:ln/>
        </p:spPr>
      </p:sp>
      <p:sp>
        <p:nvSpPr>
          <p:cNvPr id="18" name="Text 16"/>
          <p:cNvSpPr/>
          <p:nvPr/>
        </p:nvSpPr>
        <p:spPr>
          <a:xfrm>
            <a:off x="3456432" y="3611092"/>
            <a:ext cx="658368" cy="182880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t">
            <a:normAutofit/>
          </a:bodyPr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50505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49</a:t>
            </a:r>
            <a:endParaRPr lang="en-US" sz="1200" dirty="0"/>
          </a:p>
        </p:txBody>
      </p:sp>
      <p:sp>
        <p:nvSpPr>
          <p:cNvPr id="19" name="Text 17"/>
          <p:cNvSpPr/>
          <p:nvPr/>
        </p:nvSpPr>
        <p:spPr>
          <a:xfrm>
            <a:off x="3273552" y="5669280"/>
            <a:ext cx="1024128" cy="256032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t">
            <a:normAutofit/>
          </a:bodyPr>
          <a:lstStyle/>
          <a:p>
            <a:pPr algn="l" indent="0" marL="0">
              <a:buNone/>
            </a:pPr>
            <a:r>
              <a:rPr lang="en-US" sz="950" dirty="0">
                <a:solidFill>
                  <a:srgbClr val="050505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ラベル3</a:t>
            </a:r>
            <a:endParaRPr lang="en-US" sz="950" dirty="0"/>
          </a:p>
        </p:txBody>
      </p:sp>
      <p:sp>
        <p:nvSpPr>
          <p:cNvPr id="20" name="Shape 18"/>
          <p:cNvSpPr/>
          <p:nvPr/>
        </p:nvSpPr>
        <p:spPr>
          <a:xfrm>
            <a:off x="4553712" y="3520440"/>
            <a:ext cx="566928" cy="2057400"/>
          </a:xfrm>
          <a:prstGeom prst="rect">
            <a:avLst/>
          </a:prstGeom>
          <a:solidFill>
            <a:srgbClr val="1E5F8C"/>
          </a:solidFill>
          <a:ln/>
        </p:spPr>
      </p:sp>
      <p:sp>
        <p:nvSpPr>
          <p:cNvPr id="21" name="Text 19"/>
          <p:cNvSpPr/>
          <p:nvPr/>
        </p:nvSpPr>
        <p:spPr>
          <a:xfrm>
            <a:off x="4507992" y="3291840"/>
            <a:ext cx="658368" cy="182880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t">
            <a:normAutofit/>
          </a:bodyPr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50505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58</a:t>
            </a:r>
            <a:endParaRPr lang="en-US" sz="1200" dirty="0"/>
          </a:p>
        </p:txBody>
      </p:sp>
      <p:sp>
        <p:nvSpPr>
          <p:cNvPr id="22" name="Text 20"/>
          <p:cNvSpPr/>
          <p:nvPr/>
        </p:nvSpPr>
        <p:spPr>
          <a:xfrm>
            <a:off x="4325112" y="5669280"/>
            <a:ext cx="1024128" cy="256032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t">
            <a:normAutofit/>
          </a:bodyPr>
          <a:lstStyle/>
          <a:p>
            <a:pPr algn="l" indent="0" marL="0">
              <a:buNone/>
            </a:pPr>
            <a:r>
              <a:rPr lang="en-US" sz="950" dirty="0">
                <a:solidFill>
                  <a:srgbClr val="050505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ラベル4</a:t>
            </a:r>
            <a:endParaRPr lang="en-US" sz="950" dirty="0"/>
          </a:p>
        </p:txBody>
      </p:sp>
      <p:sp>
        <p:nvSpPr>
          <p:cNvPr id="23" name="Shape 21"/>
          <p:cNvSpPr/>
          <p:nvPr/>
        </p:nvSpPr>
        <p:spPr>
          <a:xfrm>
            <a:off x="576072" y="5577840"/>
            <a:ext cx="5760720" cy="0"/>
          </a:xfrm>
          <a:prstGeom prst="line">
            <a:avLst/>
          </a:prstGeom>
          <a:noFill/>
          <a:ln w="12700">
            <a:solidFill>
              <a:srgbClr val="050505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6858000" y="2057400"/>
            <a:ext cx="0" cy="1417320"/>
          </a:xfrm>
          <a:prstGeom prst="line">
            <a:avLst/>
          </a:prstGeom>
          <a:noFill/>
          <a:ln w="27940">
            <a:solidFill>
              <a:srgbClr val="1E5F8C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7059168" y="2057400"/>
            <a:ext cx="4187952" cy="411480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t">
            <a:normAutofit/>
          </a:bodyPr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050505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タイトル 2</a:t>
            </a:r>
            <a:endParaRPr lang="en-US" sz="1500" dirty="0"/>
          </a:p>
        </p:txBody>
      </p:sp>
      <p:sp>
        <p:nvSpPr>
          <p:cNvPr id="26" name="Text 24"/>
          <p:cNvSpPr/>
          <p:nvPr/>
        </p:nvSpPr>
        <p:spPr>
          <a:xfrm>
            <a:off x="7059168" y="2560320"/>
            <a:ext cx="4187952" cy="914400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t">
            <a:normAutofit/>
          </a:bodyPr>
          <a:lstStyle/>
          <a:p>
            <a:pPr algn="l" indent="0" marL="0">
              <a:buNone/>
            </a:pPr>
            <a:r>
              <a:rPr lang="en-US" sz="1350" dirty="0">
                <a:solidFill>
                  <a:srgbClr val="050505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Text 1</a:t>
            </a:r>
            <a:endParaRPr lang="en-US" sz="135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76072" y="320040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b">
            <a:normAutofit/>
          </a:bodyPr>
          <a:lstStyle/>
          <a:p>
            <a:pPr indent="0" marL="0">
              <a:buNone/>
            </a:pPr>
            <a:r>
              <a:rPr lang="en-US" sz="1400" dirty="0">
                <a:solidFill>
                  <a:srgbClr val="050505"/>
                </a:solidFill>
                <a:latin typeface="Yu Mincho Demibold" pitchFamily="34" charset="0"/>
                <a:ea typeface="Yu Mincho Demibold" pitchFamily="34" charset="-122"/>
                <a:cs typeface="Yu Mincho Demibold" pitchFamily="34" charset="-120"/>
              </a:rPr>
              <a:t>スライド型カタログ</a:t>
            </a:r>
            <a:endParaRPr lang="en-US" sz="1400" dirty="0"/>
          </a:p>
        </p:txBody>
      </p:sp>
      <p:sp>
        <p:nvSpPr>
          <p:cNvPr id="3" name="Text 1"/>
          <p:cNvSpPr/>
          <p:nvPr/>
        </p:nvSpPr>
        <p:spPr>
          <a:xfrm>
            <a:off x="7043623" y="411480"/>
            <a:ext cx="4572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800" dirty="0">
                <a:solidFill>
                  <a:srgbClr val="666B70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06  STACKED_BAR</a:t>
            </a:r>
            <a:endParaRPr lang="en-US" sz="800" dirty="0"/>
          </a:p>
        </p:txBody>
      </p:sp>
      <p:sp>
        <p:nvSpPr>
          <p:cNvPr id="4" name="Shape 2"/>
          <p:cNvSpPr/>
          <p:nvPr/>
        </p:nvSpPr>
        <p:spPr>
          <a:xfrm>
            <a:off x="576072" y="784555"/>
            <a:ext cx="11039551" cy="0"/>
          </a:xfrm>
          <a:prstGeom prst="line">
            <a:avLst/>
          </a:prstGeom>
          <a:noFill/>
          <a:ln w="13970">
            <a:solidFill>
              <a:srgbClr val="050505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576072" y="914400"/>
            <a:ext cx="11039551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2200" dirty="0">
                <a:solidFill>
                  <a:srgbClr val="050505"/>
                </a:solidFill>
                <a:latin typeface="Yu Mincho Demibold" pitchFamily="34" charset="0"/>
                <a:ea typeface="Yu Mincho Demibold" pitchFamily="34" charset="-122"/>
                <a:cs typeface="Yu Mincho Demibold" pitchFamily="34" charset="-120"/>
              </a:rPr>
              <a:t>積み上げ棒</a:t>
            </a:r>
            <a:endParaRPr lang="en-US" sz="2200" dirty="0"/>
          </a:p>
        </p:txBody>
      </p:sp>
      <p:sp>
        <p:nvSpPr>
          <p:cNvPr id="6" name="Text 4"/>
          <p:cNvSpPr/>
          <p:nvPr/>
        </p:nvSpPr>
        <p:spPr>
          <a:xfrm>
            <a:off x="576072" y="6245352"/>
            <a:ext cx="89611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750" dirty="0">
                <a:solidFill>
                  <a:srgbClr val="666B70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出典：Source 1</a:t>
            </a:r>
            <a:endParaRPr lang="en-US" sz="750" dirty="0"/>
          </a:p>
        </p:txBody>
      </p:sp>
      <p:sp>
        <p:nvSpPr>
          <p:cNvPr id="7" name="Shape 5"/>
          <p:cNvSpPr/>
          <p:nvPr/>
        </p:nvSpPr>
        <p:spPr>
          <a:xfrm>
            <a:off x="576072" y="6483096"/>
            <a:ext cx="11039551" cy="0"/>
          </a:xfrm>
          <a:prstGeom prst="line">
            <a:avLst/>
          </a:prstGeom>
          <a:noFill/>
          <a:ln w="8890">
            <a:solidFill>
              <a:srgbClr val="D9DCDF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576072" y="6565392"/>
            <a:ext cx="54864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850" b="1" dirty="0">
                <a:solidFill>
                  <a:srgbClr val="050505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スライド型カタログ</a:t>
            </a:r>
            <a:endParaRPr lang="en-US" sz="850" dirty="0"/>
          </a:p>
        </p:txBody>
      </p:sp>
      <p:sp>
        <p:nvSpPr>
          <p:cNvPr id="9" name="Text 7"/>
          <p:cNvSpPr/>
          <p:nvPr/>
        </p:nvSpPr>
        <p:spPr>
          <a:xfrm>
            <a:off x="11249863" y="6565392"/>
            <a:ext cx="3657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666B70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7</a:t>
            </a:r>
            <a:endParaRPr lang="en-US" sz="750" dirty="0"/>
          </a:p>
        </p:txBody>
      </p:sp>
      <p:sp>
        <p:nvSpPr>
          <p:cNvPr id="10" name="Text 8"/>
          <p:cNvSpPr/>
          <p:nvPr/>
        </p:nvSpPr>
        <p:spPr>
          <a:xfrm>
            <a:off x="576072" y="1920240"/>
            <a:ext cx="6400800" cy="274320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t">
            <a:normAutofit/>
          </a:bodyPr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050505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指標名、単位</a:t>
            </a:r>
            <a:endParaRPr lang="en-US" sz="1400" dirty="0"/>
          </a:p>
        </p:txBody>
      </p:sp>
      <p:sp>
        <p:nvSpPr>
          <p:cNvPr id="11" name="Shape 9"/>
          <p:cNvSpPr/>
          <p:nvPr/>
        </p:nvSpPr>
        <p:spPr>
          <a:xfrm>
            <a:off x="2004517" y="4642175"/>
            <a:ext cx="1188720" cy="935665"/>
          </a:xfrm>
          <a:prstGeom prst="rect">
            <a:avLst/>
          </a:prstGeom>
          <a:solidFill>
            <a:srgbClr val="071B2C"/>
          </a:solidFill>
          <a:ln/>
        </p:spPr>
      </p:sp>
      <p:sp>
        <p:nvSpPr>
          <p:cNvPr id="12" name="Text 10"/>
          <p:cNvSpPr/>
          <p:nvPr/>
        </p:nvSpPr>
        <p:spPr>
          <a:xfrm>
            <a:off x="2004517" y="5000279"/>
            <a:ext cx="1188720" cy="219456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t">
            <a:normAutofit/>
          </a:bodyPr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40</a:t>
            </a:r>
            <a:endParaRPr lang="en-US" sz="1100" dirty="0"/>
          </a:p>
        </p:txBody>
      </p:sp>
      <p:sp>
        <p:nvSpPr>
          <p:cNvPr id="13" name="Shape 11"/>
          <p:cNvSpPr/>
          <p:nvPr/>
        </p:nvSpPr>
        <p:spPr>
          <a:xfrm>
            <a:off x="2004517" y="3940426"/>
            <a:ext cx="1188720" cy="701749"/>
          </a:xfrm>
          <a:prstGeom prst="rect">
            <a:avLst/>
          </a:prstGeom>
          <a:solidFill>
            <a:srgbClr val="1E5F8C"/>
          </a:solidFill>
          <a:ln/>
        </p:spPr>
      </p:sp>
      <p:sp>
        <p:nvSpPr>
          <p:cNvPr id="14" name="Text 12"/>
          <p:cNvSpPr/>
          <p:nvPr/>
        </p:nvSpPr>
        <p:spPr>
          <a:xfrm>
            <a:off x="2004517" y="4181572"/>
            <a:ext cx="1188720" cy="219456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t">
            <a:normAutofit/>
          </a:bodyPr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30</a:t>
            </a:r>
            <a:endParaRPr lang="en-US" sz="1100" dirty="0"/>
          </a:p>
        </p:txBody>
      </p:sp>
      <p:sp>
        <p:nvSpPr>
          <p:cNvPr id="15" name="Shape 13"/>
          <p:cNvSpPr/>
          <p:nvPr/>
        </p:nvSpPr>
        <p:spPr>
          <a:xfrm>
            <a:off x="2004517" y="3472593"/>
            <a:ext cx="1188720" cy="467833"/>
          </a:xfrm>
          <a:prstGeom prst="rect">
            <a:avLst/>
          </a:prstGeom>
          <a:solidFill>
            <a:srgbClr val="79C8DC"/>
          </a:solidFill>
          <a:ln/>
        </p:spPr>
      </p:sp>
      <p:sp>
        <p:nvSpPr>
          <p:cNvPr id="16" name="Text 14"/>
          <p:cNvSpPr/>
          <p:nvPr/>
        </p:nvSpPr>
        <p:spPr>
          <a:xfrm>
            <a:off x="2004517" y="3596782"/>
            <a:ext cx="1188720" cy="219456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t">
            <a:normAutofit/>
          </a:bodyPr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50505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20</a:t>
            </a:r>
            <a:endParaRPr lang="en-US" sz="1100" dirty="0"/>
          </a:p>
        </p:txBody>
      </p:sp>
      <p:sp>
        <p:nvSpPr>
          <p:cNvPr id="17" name="Text 15"/>
          <p:cNvSpPr/>
          <p:nvPr/>
        </p:nvSpPr>
        <p:spPr>
          <a:xfrm>
            <a:off x="1821637" y="5669280"/>
            <a:ext cx="1554480" cy="256032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t">
            <a:normAutofit/>
          </a:bodyPr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050505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ラベル4</a:t>
            </a:r>
            <a:endParaRPr lang="en-US" sz="1200" dirty="0"/>
          </a:p>
        </p:txBody>
      </p:sp>
      <p:sp>
        <p:nvSpPr>
          <p:cNvPr id="18" name="Shape 16"/>
          <p:cNvSpPr/>
          <p:nvPr/>
        </p:nvSpPr>
        <p:spPr>
          <a:xfrm>
            <a:off x="5501488" y="4291300"/>
            <a:ext cx="1188720" cy="1286540"/>
          </a:xfrm>
          <a:prstGeom prst="rect">
            <a:avLst/>
          </a:prstGeom>
          <a:solidFill>
            <a:srgbClr val="071B2C"/>
          </a:solidFill>
          <a:ln/>
        </p:spPr>
      </p:sp>
      <p:sp>
        <p:nvSpPr>
          <p:cNvPr id="19" name="Text 17"/>
          <p:cNvSpPr/>
          <p:nvPr/>
        </p:nvSpPr>
        <p:spPr>
          <a:xfrm>
            <a:off x="5501488" y="4824842"/>
            <a:ext cx="1188720" cy="219456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t">
            <a:normAutofit/>
          </a:bodyPr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55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5501488" y="3542768"/>
            <a:ext cx="1188720" cy="748532"/>
          </a:xfrm>
          <a:prstGeom prst="rect">
            <a:avLst/>
          </a:prstGeom>
          <a:solidFill>
            <a:srgbClr val="1E5F8C"/>
          </a:solidFill>
          <a:ln/>
        </p:spPr>
      </p:sp>
      <p:sp>
        <p:nvSpPr>
          <p:cNvPr id="21" name="Text 19"/>
          <p:cNvSpPr/>
          <p:nvPr/>
        </p:nvSpPr>
        <p:spPr>
          <a:xfrm>
            <a:off x="5501488" y="3807306"/>
            <a:ext cx="1188720" cy="219456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t">
            <a:normAutofit/>
          </a:bodyPr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32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5501488" y="3028153"/>
            <a:ext cx="1188720" cy="514616"/>
          </a:xfrm>
          <a:prstGeom prst="rect">
            <a:avLst/>
          </a:prstGeom>
          <a:solidFill>
            <a:srgbClr val="79C8DC"/>
          </a:solidFill>
          <a:ln/>
        </p:spPr>
      </p:sp>
      <p:sp>
        <p:nvSpPr>
          <p:cNvPr id="23" name="Text 21"/>
          <p:cNvSpPr/>
          <p:nvPr/>
        </p:nvSpPr>
        <p:spPr>
          <a:xfrm>
            <a:off x="5501488" y="3175732"/>
            <a:ext cx="1188720" cy="219456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t">
            <a:normAutofit/>
          </a:bodyPr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50505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22</a:t>
            </a:r>
            <a:endParaRPr lang="en-US" sz="1100" dirty="0"/>
          </a:p>
        </p:txBody>
      </p:sp>
      <p:sp>
        <p:nvSpPr>
          <p:cNvPr id="24" name="Text 22"/>
          <p:cNvSpPr/>
          <p:nvPr/>
        </p:nvSpPr>
        <p:spPr>
          <a:xfrm>
            <a:off x="5318608" y="5669280"/>
            <a:ext cx="1554480" cy="256032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t">
            <a:normAutofit/>
          </a:bodyPr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050505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ラベル5</a:t>
            </a:r>
            <a:endParaRPr lang="en-US" sz="1200" dirty="0"/>
          </a:p>
        </p:txBody>
      </p:sp>
      <p:sp>
        <p:nvSpPr>
          <p:cNvPr id="25" name="Shape 23"/>
          <p:cNvSpPr/>
          <p:nvPr/>
        </p:nvSpPr>
        <p:spPr>
          <a:xfrm>
            <a:off x="8998458" y="3893643"/>
            <a:ext cx="1188720" cy="1684197"/>
          </a:xfrm>
          <a:prstGeom prst="rect">
            <a:avLst/>
          </a:prstGeom>
          <a:solidFill>
            <a:srgbClr val="071B2C"/>
          </a:solidFill>
          <a:ln/>
        </p:spPr>
      </p:sp>
      <p:sp>
        <p:nvSpPr>
          <p:cNvPr id="26" name="Text 24"/>
          <p:cNvSpPr/>
          <p:nvPr/>
        </p:nvSpPr>
        <p:spPr>
          <a:xfrm>
            <a:off x="8998458" y="4626013"/>
            <a:ext cx="1188720" cy="219456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t">
            <a:normAutofit/>
          </a:bodyPr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72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8998458" y="3121719"/>
            <a:ext cx="1188720" cy="771924"/>
          </a:xfrm>
          <a:prstGeom prst="rect">
            <a:avLst/>
          </a:prstGeom>
          <a:solidFill>
            <a:srgbClr val="1E5F8C"/>
          </a:solidFill>
          <a:ln/>
        </p:spPr>
      </p:sp>
      <p:sp>
        <p:nvSpPr>
          <p:cNvPr id="28" name="Text 26"/>
          <p:cNvSpPr/>
          <p:nvPr/>
        </p:nvSpPr>
        <p:spPr>
          <a:xfrm>
            <a:off x="8998458" y="3397953"/>
            <a:ext cx="1188720" cy="219456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t">
            <a:normAutofit/>
          </a:bodyPr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33</a:t>
            </a:r>
            <a:endParaRPr lang="en-US" sz="1100" dirty="0"/>
          </a:p>
        </p:txBody>
      </p:sp>
      <p:sp>
        <p:nvSpPr>
          <p:cNvPr id="29" name="Shape 27"/>
          <p:cNvSpPr/>
          <p:nvPr/>
        </p:nvSpPr>
        <p:spPr>
          <a:xfrm>
            <a:off x="8998458" y="2560320"/>
            <a:ext cx="1188720" cy="561399"/>
          </a:xfrm>
          <a:prstGeom prst="rect">
            <a:avLst/>
          </a:prstGeom>
          <a:solidFill>
            <a:srgbClr val="79C8DC"/>
          </a:solidFill>
          <a:ln/>
        </p:spPr>
      </p:sp>
      <p:sp>
        <p:nvSpPr>
          <p:cNvPr id="30" name="Text 28"/>
          <p:cNvSpPr/>
          <p:nvPr/>
        </p:nvSpPr>
        <p:spPr>
          <a:xfrm>
            <a:off x="8998458" y="2731292"/>
            <a:ext cx="1188720" cy="219456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t">
            <a:normAutofit/>
          </a:bodyPr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50505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24</a:t>
            </a:r>
            <a:endParaRPr lang="en-US" sz="1100" dirty="0"/>
          </a:p>
        </p:txBody>
      </p:sp>
      <p:sp>
        <p:nvSpPr>
          <p:cNvPr id="31" name="Text 29"/>
          <p:cNvSpPr/>
          <p:nvPr/>
        </p:nvSpPr>
        <p:spPr>
          <a:xfrm>
            <a:off x="8815578" y="5669280"/>
            <a:ext cx="1554480" cy="256032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t">
            <a:normAutofit/>
          </a:bodyPr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050505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ラベル6</a:t>
            </a:r>
            <a:endParaRPr lang="en-US" sz="1200" dirty="0"/>
          </a:p>
        </p:txBody>
      </p:sp>
      <p:sp>
        <p:nvSpPr>
          <p:cNvPr id="32" name="Shape 30"/>
          <p:cNvSpPr/>
          <p:nvPr/>
        </p:nvSpPr>
        <p:spPr>
          <a:xfrm>
            <a:off x="576072" y="5943600"/>
            <a:ext cx="201168" cy="201168"/>
          </a:xfrm>
          <a:prstGeom prst="rect">
            <a:avLst/>
          </a:prstGeom>
          <a:solidFill>
            <a:srgbClr val="071B2C"/>
          </a:solidFill>
          <a:ln/>
        </p:spPr>
      </p:sp>
      <p:sp>
        <p:nvSpPr>
          <p:cNvPr id="33" name="Text 31"/>
          <p:cNvSpPr/>
          <p:nvPr/>
        </p:nvSpPr>
        <p:spPr>
          <a:xfrm>
            <a:off x="868680" y="5943600"/>
            <a:ext cx="1463040" cy="219456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t">
            <a:normAutofit/>
          </a:bodyPr>
          <a:lstStyle/>
          <a:p>
            <a:pPr algn="l" indent="0" marL="0">
              <a:buNone/>
            </a:pPr>
            <a:r>
              <a:rPr lang="en-US" sz="1100" dirty="0">
                <a:solidFill>
                  <a:srgbClr val="666B70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ラベル1</a:t>
            </a:r>
            <a:endParaRPr lang="en-US" sz="1100" dirty="0"/>
          </a:p>
        </p:txBody>
      </p:sp>
      <p:sp>
        <p:nvSpPr>
          <p:cNvPr id="34" name="Shape 32"/>
          <p:cNvSpPr/>
          <p:nvPr/>
        </p:nvSpPr>
        <p:spPr>
          <a:xfrm>
            <a:off x="2404872" y="5943600"/>
            <a:ext cx="201168" cy="201168"/>
          </a:xfrm>
          <a:prstGeom prst="rect">
            <a:avLst/>
          </a:prstGeom>
          <a:solidFill>
            <a:srgbClr val="1E5F8C"/>
          </a:solidFill>
          <a:ln/>
        </p:spPr>
      </p:sp>
      <p:sp>
        <p:nvSpPr>
          <p:cNvPr id="35" name="Text 33"/>
          <p:cNvSpPr/>
          <p:nvPr/>
        </p:nvSpPr>
        <p:spPr>
          <a:xfrm>
            <a:off x="2697480" y="5943600"/>
            <a:ext cx="1463040" cy="219456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t">
            <a:normAutofit/>
          </a:bodyPr>
          <a:lstStyle/>
          <a:p>
            <a:pPr algn="l" indent="0" marL="0">
              <a:buNone/>
            </a:pPr>
            <a:r>
              <a:rPr lang="en-US" sz="1100" dirty="0">
                <a:solidFill>
                  <a:srgbClr val="666B70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ラベル2</a:t>
            </a:r>
            <a:endParaRPr lang="en-US" sz="1100" dirty="0"/>
          </a:p>
        </p:txBody>
      </p:sp>
      <p:sp>
        <p:nvSpPr>
          <p:cNvPr id="36" name="Shape 34"/>
          <p:cNvSpPr/>
          <p:nvPr/>
        </p:nvSpPr>
        <p:spPr>
          <a:xfrm>
            <a:off x="4233672" y="5943600"/>
            <a:ext cx="201168" cy="201168"/>
          </a:xfrm>
          <a:prstGeom prst="rect">
            <a:avLst/>
          </a:prstGeom>
          <a:solidFill>
            <a:srgbClr val="79C8DC"/>
          </a:solidFill>
          <a:ln/>
        </p:spPr>
      </p:sp>
      <p:sp>
        <p:nvSpPr>
          <p:cNvPr id="37" name="Text 35"/>
          <p:cNvSpPr/>
          <p:nvPr/>
        </p:nvSpPr>
        <p:spPr>
          <a:xfrm>
            <a:off x="4526280" y="5943600"/>
            <a:ext cx="1463040" cy="219456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t">
            <a:normAutofit/>
          </a:bodyPr>
          <a:lstStyle/>
          <a:p>
            <a:pPr algn="l" indent="0" marL="0">
              <a:buNone/>
            </a:pPr>
            <a:r>
              <a:rPr lang="en-US" sz="1100" dirty="0">
                <a:solidFill>
                  <a:srgbClr val="666B70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ラベル3</a:t>
            </a:r>
            <a:endParaRPr lang="en-US" sz="11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76072" y="320040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b">
            <a:normAutofit/>
          </a:bodyPr>
          <a:lstStyle/>
          <a:p>
            <a:pPr indent="0" marL="0">
              <a:buNone/>
            </a:pPr>
            <a:r>
              <a:rPr lang="en-US" sz="1400" dirty="0">
                <a:solidFill>
                  <a:srgbClr val="050505"/>
                </a:solidFill>
                <a:latin typeface="Yu Mincho Demibold" pitchFamily="34" charset="0"/>
                <a:ea typeface="Yu Mincho Demibold" pitchFamily="34" charset="-122"/>
                <a:cs typeface="Yu Mincho Demibold" pitchFamily="34" charset="-120"/>
              </a:rPr>
              <a:t>スライド型カタログ</a:t>
            </a:r>
            <a:endParaRPr lang="en-US" sz="1400" dirty="0"/>
          </a:p>
        </p:txBody>
      </p:sp>
      <p:sp>
        <p:nvSpPr>
          <p:cNvPr id="3" name="Text 1"/>
          <p:cNvSpPr/>
          <p:nvPr/>
        </p:nvSpPr>
        <p:spPr>
          <a:xfrm>
            <a:off x="7043623" y="411480"/>
            <a:ext cx="4572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800" dirty="0">
                <a:solidFill>
                  <a:srgbClr val="666B70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07  WATERFALL</a:t>
            </a:r>
            <a:endParaRPr lang="en-US" sz="800" dirty="0"/>
          </a:p>
        </p:txBody>
      </p:sp>
      <p:sp>
        <p:nvSpPr>
          <p:cNvPr id="4" name="Shape 2"/>
          <p:cNvSpPr/>
          <p:nvPr/>
        </p:nvSpPr>
        <p:spPr>
          <a:xfrm>
            <a:off x="576072" y="784555"/>
            <a:ext cx="11039551" cy="0"/>
          </a:xfrm>
          <a:prstGeom prst="line">
            <a:avLst/>
          </a:prstGeom>
          <a:noFill/>
          <a:ln w="13970">
            <a:solidFill>
              <a:srgbClr val="050505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576072" y="914400"/>
            <a:ext cx="11039551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2200" dirty="0">
                <a:solidFill>
                  <a:srgbClr val="050505"/>
                </a:solidFill>
                <a:latin typeface="Yu Mincho Demibold" pitchFamily="34" charset="0"/>
                <a:ea typeface="Yu Mincho Demibold" pitchFamily="34" charset="-122"/>
                <a:cs typeface="Yu Mincho Demibold" pitchFamily="34" charset="-120"/>
              </a:rPr>
              <a:t>寄与度ブリッジ</a:t>
            </a:r>
            <a:endParaRPr lang="en-US" sz="2200" dirty="0"/>
          </a:p>
        </p:txBody>
      </p:sp>
      <p:sp>
        <p:nvSpPr>
          <p:cNvPr id="6" name="Text 4"/>
          <p:cNvSpPr/>
          <p:nvPr/>
        </p:nvSpPr>
        <p:spPr>
          <a:xfrm>
            <a:off x="576072" y="6245352"/>
            <a:ext cx="89611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750" dirty="0">
                <a:solidFill>
                  <a:srgbClr val="666B70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注：前提・注記を記載 出典：Source 1</a:t>
            </a:r>
            <a:endParaRPr lang="en-US" sz="750" dirty="0"/>
          </a:p>
        </p:txBody>
      </p:sp>
      <p:sp>
        <p:nvSpPr>
          <p:cNvPr id="7" name="Shape 5"/>
          <p:cNvSpPr/>
          <p:nvPr/>
        </p:nvSpPr>
        <p:spPr>
          <a:xfrm>
            <a:off x="576072" y="6483096"/>
            <a:ext cx="11039551" cy="0"/>
          </a:xfrm>
          <a:prstGeom prst="line">
            <a:avLst/>
          </a:prstGeom>
          <a:noFill/>
          <a:ln w="8890">
            <a:solidFill>
              <a:srgbClr val="D9DCDF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576072" y="6565392"/>
            <a:ext cx="54864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850" b="1" dirty="0">
                <a:solidFill>
                  <a:srgbClr val="050505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スライド型カタログ</a:t>
            </a:r>
            <a:endParaRPr lang="en-US" sz="850" dirty="0"/>
          </a:p>
        </p:txBody>
      </p:sp>
      <p:sp>
        <p:nvSpPr>
          <p:cNvPr id="9" name="Text 7"/>
          <p:cNvSpPr/>
          <p:nvPr/>
        </p:nvSpPr>
        <p:spPr>
          <a:xfrm>
            <a:off x="11249863" y="6565392"/>
            <a:ext cx="3657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666B70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8</a:t>
            </a:r>
            <a:endParaRPr lang="en-US" sz="750" dirty="0"/>
          </a:p>
        </p:txBody>
      </p:sp>
      <p:sp>
        <p:nvSpPr>
          <p:cNvPr id="10" name="Text 8"/>
          <p:cNvSpPr/>
          <p:nvPr/>
        </p:nvSpPr>
        <p:spPr>
          <a:xfrm>
            <a:off x="576072" y="1920240"/>
            <a:ext cx="6035040" cy="274320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t">
            <a:normAutofit/>
          </a:bodyPr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050505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指標名、単位</a:t>
            </a:r>
            <a:endParaRPr lang="en-US" sz="1500" dirty="0"/>
          </a:p>
        </p:txBody>
      </p:sp>
      <p:sp>
        <p:nvSpPr>
          <p:cNvPr id="11" name="Shape 9"/>
          <p:cNvSpPr/>
          <p:nvPr/>
        </p:nvSpPr>
        <p:spPr>
          <a:xfrm>
            <a:off x="804672" y="4108269"/>
            <a:ext cx="603504" cy="1469571"/>
          </a:xfrm>
          <a:prstGeom prst="rect">
            <a:avLst/>
          </a:prstGeom>
          <a:solidFill>
            <a:srgbClr val="071B2C"/>
          </a:solidFill>
          <a:ln/>
        </p:spPr>
      </p:sp>
      <p:sp>
        <p:nvSpPr>
          <p:cNvPr id="12" name="Text 10"/>
          <p:cNvSpPr/>
          <p:nvPr/>
        </p:nvSpPr>
        <p:spPr>
          <a:xfrm>
            <a:off x="731520" y="3870525"/>
            <a:ext cx="749808" cy="182880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t">
            <a:normAutofit/>
          </a:bodyPr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50505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100</a:t>
            </a:r>
            <a:endParaRPr lang="en-US" sz="1200" dirty="0"/>
          </a:p>
        </p:txBody>
      </p:sp>
      <p:sp>
        <p:nvSpPr>
          <p:cNvPr id="13" name="Text 11"/>
          <p:cNvSpPr/>
          <p:nvPr/>
        </p:nvSpPr>
        <p:spPr>
          <a:xfrm>
            <a:off x="640080" y="5669280"/>
            <a:ext cx="960120" cy="292608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t">
            <a:normAutofit/>
          </a:bodyPr>
          <a:lstStyle/>
          <a:p>
            <a:pPr algn="l" indent="0" marL="0">
              <a:buNone/>
            </a:pPr>
            <a:r>
              <a:rPr lang="en-US" sz="920" dirty="0">
                <a:solidFill>
                  <a:srgbClr val="050505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ラベル1</a:t>
            </a:r>
            <a:endParaRPr lang="en-US" sz="920" dirty="0"/>
          </a:p>
        </p:txBody>
      </p:sp>
      <p:sp>
        <p:nvSpPr>
          <p:cNvPr id="14" name="Shape 12"/>
          <p:cNvSpPr/>
          <p:nvPr/>
        </p:nvSpPr>
        <p:spPr>
          <a:xfrm>
            <a:off x="1828800" y="5313317"/>
            <a:ext cx="603504" cy="264523"/>
          </a:xfrm>
          <a:prstGeom prst="rect">
            <a:avLst/>
          </a:prstGeom>
          <a:solidFill>
            <a:srgbClr val="1E5F8C"/>
          </a:solidFill>
          <a:ln/>
        </p:spPr>
      </p:sp>
      <p:sp>
        <p:nvSpPr>
          <p:cNvPr id="15" name="Text 13"/>
          <p:cNvSpPr/>
          <p:nvPr/>
        </p:nvSpPr>
        <p:spPr>
          <a:xfrm>
            <a:off x="1755648" y="5075573"/>
            <a:ext cx="749808" cy="182880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t">
            <a:normAutofit/>
          </a:bodyPr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50505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+18</a:t>
            </a:r>
            <a:endParaRPr lang="en-US" sz="1200" dirty="0"/>
          </a:p>
        </p:txBody>
      </p:sp>
      <p:sp>
        <p:nvSpPr>
          <p:cNvPr id="16" name="Text 14"/>
          <p:cNvSpPr/>
          <p:nvPr/>
        </p:nvSpPr>
        <p:spPr>
          <a:xfrm>
            <a:off x="1664208" y="5669280"/>
            <a:ext cx="960120" cy="292608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t">
            <a:normAutofit/>
          </a:bodyPr>
          <a:lstStyle/>
          <a:p>
            <a:pPr algn="l" indent="0" marL="0">
              <a:buNone/>
            </a:pPr>
            <a:r>
              <a:rPr lang="en-US" sz="920" dirty="0">
                <a:solidFill>
                  <a:srgbClr val="050505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ラベル2</a:t>
            </a:r>
            <a:endParaRPr lang="en-US" sz="920" dirty="0"/>
          </a:p>
        </p:txBody>
      </p:sp>
      <p:sp>
        <p:nvSpPr>
          <p:cNvPr id="17" name="Shape 15"/>
          <p:cNvSpPr/>
          <p:nvPr/>
        </p:nvSpPr>
        <p:spPr>
          <a:xfrm>
            <a:off x="2852928" y="5225143"/>
            <a:ext cx="603504" cy="352697"/>
          </a:xfrm>
          <a:prstGeom prst="rect">
            <a:avLst/>
          </a:prstGeom>
          <a:solidFill>
            <a:srgbClr val="1E5F8C"/>
          </a:solidFill>
          <a:ln/>
        </p:spPr>
      </p:sp>
      <p:sp>
        <p:nvSpPr>
          <p:cNvPr id="18" name="Text 16"/>
          <p:cNvSpPr/>
          <p:nvPr/>
        </p:nvSpPr>
        <p:spPr>
          <a:xfrm>
            <a:off x="2779776" y="4987399"/>
            <a:ext cx="749808" cy="182880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t">
            <a:normAutofit/>
          </a:bodyPr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50505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+24</a:t>
            </a:r>
            <a:endParaRPr lang="en-US" sz="1200" dirty="0"/>
          </a:p>
        </p:txBody>
      </p:sp>
      <p:sp>
        <p:nvSpPr>
          <p:cNvPr id="19" name="Text 17"/>
          <p:cNvSpPr/>
          <p:nvPr/>
        </p:nvSpPr>
        <p:spPr>
          <a:xfrm>
            <a:off x="2688336" y="5669280"/>
            <a:ext cx="960120" cy="292608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t">
            <a:normAutofit/>
          </a:bodyPr>
          <a:lstStyle/>
          <a:p>
            <a:pPr algn="l" indent="0" marL="0">
              <a:buNone/>
            </a:pPr>
            <a:r>
              <a:rPr lang="en-US" sz="920" dirty="0">
                <a:solidFill>
                  <a:srgbClr val="050505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ラベル3</a:t>
            </a:r>
            <a:endParaRPr lang="en-US" sz="920" dirty="0"/>
          </a:p>
        </p:txBody>
      </p:sp>
      <p:sp>
        <p:nvSpPr>
          <p:cNvPr id="20" name="Shape 18"/>
          <p:cNvSpPr/>
          <p:nvPr/>
        </p:nvSpPr>
        <p:spPr>
          <a:xfrm>
            <a:off x="3877056" y="5445579"/>
            <a:ext cx="603504" cy="132261"/>
          </a:xfrm>
          <a:prstGeom prst="rect">
            <a:avLst/>
          </a:prstGeom>
          <a:solidFill>
            <a:srgbClr val="D94C68"/>
          </a:solidFill>
          <a:ln/>
        </p:spPr>
      </p:sp>
      <p:sp>
        <p:nvSpPr>
          <p:cNvPr id="21" name="Text 19"/>
          <p:cNvSpPr/>
          <p:nvPr/>
        </p:nvSpPr>
        <p:spPr>
          <a:xfrm>
            <a:off x="3803904" y="5207835"/>
            <a:ext cx="749808" cy="182880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t">
            <a:normAutofit/>
          </a:bodyPr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50505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-9</a:t>
            </a:r>
            <a:endParaRPr lang="en-US" sz="1200" dirty="0"/>
          </a:p>
        </p:txBody>
      </p:sp>
      <p:sp>
        <p:nvSpPr>
          <p:cNvPr id="22" name="Text 20"/>
          <p:cNvSpPr/>
          <p:nvPr/>
        </p:nvSpPr>
        <p:spPr>
          <a:xfrm>
            <a:off x="3712464" y="5669280"/>
            <a:ext cx="960120" cy="292608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t">
            <a:normAutofit/>
          </a:bodyPr>
          <a:lstStyle/>
          <a:p>
            <a:pPr algn="l" indent="0" marL="0">
              <a:buNone/>
            </a:pPr>
            <a:r>
              <a:rPr lang="en-US" sz="920" dirty="0">
                <a:solidFill>
                  <a:srgbClr val="050505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ラベル4</a:t>
            </a:r>
            <a:endParaRPr lang="en-US" sz="920" dirty="0"/>
          </a:p>
        </p:txBody>
      </p:sp>
      <p:sp>
        <p:nvSpPr>
          <p:cNvPr id="23" name="Shape 21"/>
          <p:cNvSpPr/>
          <p:nvPr/>
        </p:nvSpPr>
        <p:spPr>
          <a:xfrm>
            <a:off x="4901184" y="5474970"/>
            <a:ext cx="603504" cy="102870"/>
          </a:xfrm>
          <a:prstGeom prst="rect">
            <a:avLst/>
          </a:prstGeom>
          <a:solidFill>
            <a:srgbClr val="1E5F8C"/>
          </a:solidFill>
          <a:ln/>
        </p:spPr>
      </p:sp>
      <p:sp>
        <p:nvSpPr>
          <p:cNvPr id="24" name="Text 22"/>
          <p:cNvSpPr/>
          <p:nvPr/>
        </p:nvSpPr>
        <p:spPr>
          <a:xfrm>
            <a:off x="4828032" y="5237226"/>
            <a:ext cx="749808" cy="182880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t">
            <a:normAutofit/>
          </a:bodyPr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50505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+7</a:t>
            </a:r>
            <a:endParaRPr lang="en-US" sz="1200" dirty="0"/>
          </a:p>
        </p:txBody>
      </p:sp>
      <p:sp>
        <p:nvSpPr>
          <p:cNvPr id="25" name="Text 23"/>
          <p:cNvSpPr/>
          <p:nvPr/>
        </p:nvSpPr>
        <p:spPr>
          <a:xfrm>
            <a:off x="4736592" y="5669280"/>
            <a:ext cx="960120" cy="292608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t">
            <a:normAutofit/>
          </a:bodyPr>
          <a:lstStyle/>
          <a:p>
            <a:pPr algn="l" indent="0" marL="0">
              <a:buNone/>
            </a:pPr>
            <a:r>
              <a:rPr lang="en-US" sz="920" dirty="0">
                <a:solidFill>
                  <a:srgbClr val="050505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ラベル5</a:t>
            </a:r>
            <a:endParaRPr lang="en-US" sz="920" dirty="0"/>
          </a:p>
        </p:txBody>
      </p:sp>
      <p:sp>
        <p:nvSpPr>
          <p:cNvPr id="26" name="Shape 24"/>
          <p:cNvSpPr/>
          <p:nvPr/>
        </p:nvSpPr>
        <p:spPr>
          <a:xfrm>
            <a:off x="5925312" y="3520440"/>
            <a:ext cx="603504" cy="2057400"/>
          </a:xfrm>
          <a:prstGeom prst="rect">
            <a:avLst/>
          </a:prstGeom>
          <a:solidFill>
            <a:srgbClr val="071B2C"/>
          </a:solidFill>
          <a:ln/>
        </p:spPr>
      </p:sp>
      <p:sp>
        <p:nvSpPr>
          <p:cNvPr id="27" name="Text 25"/>
          <p:cNvSpPr/>
          <p:nvPr/>
        </p:nvSpPr>
        <p:spPr>
          <a:xfrm>
            <a:off x="5852160" y="3282696"/>
            <a:ext cx="749808" cy="182880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t">
            <a:normAutofit/>
          </a:bodyPr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50505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140</a:t>
            </a:r>
            <a:endParaRPr lang="en-US" sz="1200" dirty="0"/>
          </a:p>
        </p:txBody>
      </p:sp>
      <p:sp>
        <p:nvSpPr>
          <p:cNvPr id="28" name="Text 26"/>
          <p:cNvSpPr/>
          <p:nvPr/>
        </p:nvSpPr>
        <p:spPr>
          <a:xfrm>
            <a:off x="5760720" y="5669280"/>
            <a:ext cx="960120" cy="292608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t">
            <a:normAutofit/>
          </a:bodyPr>
          <a:lstStyle/>
          <a:p>
            <a:pPr algn="l" indent="0" marL="0">
              <a:buNone/>
            </a:pPr>
            <a:r>
              <a:rPr lang="en-US" sz="920" dirty="0">
                <a:solidFill>
                  <a:srgbClr val="050505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ラベル6</a:t>
            </a:r>
            <a:endParaRPr lang="en-US" sz="920" dirty="0"/>
          </a:p>
        </p:txBody>
      </p:sp>
      <p:sp>
        <p:nvSpPr>
          <p:cNvPr id="29" name="Shape 27"/>
          <p:cNvSpPr/>
          <p:nvPr/>
        </p:nvSpPr>
        <p:spPr>
          <a:xfrm>
            <a:off x="576072" y="5577840"/>
            <a:ext cx="5852160" cy="0"/>
          </a:xfrm>
          <a:prstGeom prst="line">
            <a:avLst/>
          </a:prstGeom>
          <a:noFill/>
          <a:ln w="12700">
            <a:solidFill>
              <a:srgbClr val="050505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6858000" y="1965960"/>
            <a:ext cx="0" cy="1325880"/>
          </a:xfrm>
          <a:prstGeom prst="line">
            <a:avLst/>
          </a:prstGeom>
          <a:noFill/>
          <a:ln w="27940">
            <a:solidFill>
              <a:srgbClr val="1E5F8C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7059168" y="1965960"/>
            <a:ext cx="4096512" cy="411480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t">
            <a:normAutofit/>
          </a:bodyPr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050505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タイトル 2</a:t>
            </a:r>
            <a:endParaRPr lang="en-US" sz="1500" dirty="0"/>
          </a:p>
        </p:txBody>
      </p:sp>
      <p:sp>
        <p:nvSpPr>
          <p:cNvPr id="32" name="Text 30"/>
          <p:cNvSpPr/>
          <p:nvPr/>
        </p:nvSpPr>
        <p:spPr>
          <a:xfrm>
            <a:off x="7059168" y="2468880"/>
            <a:ext cx="4096512" cy="822960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t">
            <a:normAutofit/>
          </a:bodyPr>
          <a:lstStyle/>
          <a:p>
            <a:pPr algn="l" indent="0" marL="0">
              <a:buNone/>
            </a:pPr>
            <a:r>
              <a:rPr lang="en-US" sz="1350" dirty="0">
                <a:solidFill>
                  <a:srgbClr val="050505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Text 1</a:t>
            </a:r>
            <a:endParaRPr lang="en-US" sz="135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76072" y="320040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b">
            <a:normAutofit/>
          </a:bodyPr>
          <a:lstStyle/>
          <a:p>
            <a:pPr indent="0" marL="0">
              <a:buNone/>
            </a:pPr>
            <a:r>
              <a:rPr lang="en-US" sz="1400" dirty="0">
                <a:solidFill>
                  <a:srgbClr val="050505"/>
                </a:solidFill>
                <a:latin typeface="Yu Mincho Demibold" pitchFamily="34" charset="0"/>
                <a:ea typeface="Yu Mincho Demibold" pitchFamily="34" charset="-122"/>
                <a:cs typeface="Yu Mincho Demibold" pitchFamily="34" charset="-120"/>
              </a:rPr>
              <a:t>スライド型カタログ</a:t>
            </a:r>
            <a:endParaRPr lang="en-US" sz="1400" dirty="0"/>
          </a:p>
        </p:txBody>
      </p:sp>
      <p:sp>
        <p:nvSpPr>
          <p:cNvPr id="3" name="Text 1"/>
          <p:cNvSpPr/>
          <p:nvPr/>
        </p:nvSpPr>
        <p:spPr>
          <a:xfrm>
            <a:off x="7043623" y="411480"/>
            <a:ext cx="4572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800" dirty="0">
                <a:solidFill>
                  <a:srgbClr val="666B70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08  TRUE_WATERFALL</a:t>
            </a:r>
            <a:endParaRPr lang="en-US" sz="800" dirty="0"/>
          </a:p>
        </p:txBody>
      </p:sp>
      <p:sp>
        <p:nvSpPr>
          <p:cNvPr id="4" name="Shape 2"/>
          <p:cNvSpPr/>
          <p:nvPr/>
        </p:nvSpPr>
        <p:spPr>
          <a:xfrm>
            <a:off x="576072" y="784555"/>
            <a:ext cx="11039551" cy="0"/>
          </a:xfrm>
          <a:prstGeom prst="line">
            <a:avLst/>
          </a:prstGeom>
          <a:noFill/>
          <a:ln w="13970">
            <a:solidFill>
              <a:srgbClr val="050505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576072" y="914400"/>
            <a:ext cx="11039551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2200" dirty="0">
                <a:solidFill>
                  <a:srgbClr val="050505"/>
                </a:solidFill>
                <a:latin typeface="Yu Mincho Demibold" pitchFamily="34" charset="0"/>
                <a:ea typeface="Yu Mincho Demibold" pitchFamily="34" charset="-122"/>
                <a:cs typeface="Yu Mincho Demibold" pitchFamily="34" charset="-120"/>
              </a:rPr>
              <a:t>増減ブリッジ（厳密）</a:t>
            </a:r>
            <a:endParaRPr lang="en-US" sz="2200" dirty="0"/>
          </a:p>
        </p:txBody>
      </p:sp>
      <p:sp>
        <p:nvSpPr>
          <p:cNvPr id="6" name="Text 4"/>
          <p:cNvSpPr/>
          <p:nvPr/>
        </p:nvSpPr>
        <p:spPr>
          <a:xfrm>
            <a:off x="576072" y="6245352"/>
            <a:ext cx="89611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750" dirty="0">
                <a:solidFill>
                  <a:srgbClr val="666B70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出典：Source 1</a:t>
            </a:r>
            <a:endParaRPr lang="en-US" sz="750" dirty="0"/>
          </a:p>
        </p:txBody>
      </p:sp>
      <p:sp>
        <p:nvSpPr>
          <p:cNvPr id="7" name="Shape 5"/>
          <p:cNvSpPr/>
          <p:nvPr/>
        </p:nvSpPr>
        <p:spPr>
          <a:xfrm>
            <a:off x="576072" y="6483096"/>
            <a:ext cx="11039551" cy="0"/>
          </a:xfrm>
          <a:prstGeom prst="line">
            <a:avLst/>
          </a:prstGeom>
          <a:noFill/>
          <a:ln w="8890">
            <a:solidFill>
              <a:srgbClr val="D9DCDF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576072" y="6565392"/>
            <a:ext cx="54864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850" b="1" dirty="0">
                <a:solidFill>
                  <a:srgbClr val="050505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スライド型カタログ</a:t>
            </a:r>
            <a:endParaRPr lang="en-US" sz="850" dirty="0"/>
          </a:p>
        </p:txBody>
      </p:sp>
      <p:sp>
        <p:nvSpPr>
          <p:cNvPr id="9" name="Text 7"/>
          <p:cNvSpPr/>
          <p:nvPr/>
        </p:nvSpPr>
        <p:spPr>
          <a:xfrm>
            <a:off x="11249863" y="6565392"/>
            <a:ext cx="3657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666B70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9</a:t>
            </a:r>
            <a:endParaRPr lang="en-US" sz="750" dirty="0"/>
          </a:p>
        </p:txBody>
      </p:sp>
      <p:sp>
        <p:nvSpPr>
          <p:cNvPr id="10" name="Text 8"/>
          <p:cNvSpPr/>
          <p:nvPr/>
        </p:nvSpPr>
        <p:spPr>
          <a:xfrm>
            <a:off x="576072" y="1920240"/>
            <a:ext cx="6400800" cy="274320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t">
            <a:normAutofit/>
          </a:bodyPr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050505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指標名、単位</a:t>
            </a:r>
            <a:endParaRPr lang="en-US" sz="1400" dirty="0"/>
          </a:p>
        </p:txBody>
      </p:sp>
      <p:sp>
        <p:nvSpPr>
          <p:cNvPr id="11" name="Shape 9"/>
          <p:cNvSpPr/>
          <p:nvPr/>
        </p:nvSpPr>
        <p:spPr>
          <a:xfrm>
            <a:off x="1396563" y="3364992"/>
            <a:ext cx="1005840" cy="2212848"/>
          </a:xfrm>
          <a:prstGeom prst="rect">
            <a:avLst/>
          </a:prstGeom>
          <a:solidFill>
            <a:srgbClr val="071B2C"/>
          </a:solidFill>
          <a:ln/>
        </p:spPr>
      </p:sp>
      <p:sp>
        <p:nvSpPr>
          <p:cNvPr id="12" name="Text 10"/>
          <p:cNvSpPr/>
          <p:nvPr/>
        </p:nvSpPr>
        <p:spPr>
          <a:xfrm>
            <a:off x="1213683" y="3108960"/>
            <a:ext cx="1371600" cy="201168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t">
            <a:normAutofit/>
          </a:bodyPr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50505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11</a:t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1122243" y="5669280"/>
            <a:ext cx="1554480" cy="365760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t">
            <a:normAutofit/>
          </a:bodyPr>
          <a:lstStyle/>
          <a:p>
            <a:pPr algn="ctr" indent="0" marL="0">
              <a:buNone/>
            </a:pPr>
            <a:r>
              <a:rPr lang="en-US" sz="1050" dirty="0">
                <a:solidFill>
                  <a:srgbClr val="050505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ラベル1</a:t>
            </a:r>
            <a:endParaRPr lang="en-US" sz="1050" dirty="0"/>
          </a:p>
        </p:txBody>
      </p:sp>
      <p:sp>
        <p:nvSpPr>
          <p:cNvPr id="14" name="Shape 12"/>
          <p:cNvSpPr/>
          <p:nvPr/>
        </p:nvSpPr>
        <p:spPr>
          <a:xfrm>
            <a:off x="3494745" y="3364992"/>
            <a:ext cx="1005840" cy="603504"/>
          </a:xfrm>
          <a:prstGeom prst="rect">
            <a:avLst/>
          </a:prstGeom>
          <a:solidFill>
            <a:srgbClr val="D94C68"/>
          </a:solidFill>
          <a:ln/>
        </p:spPr>
      </p:sp>
      <p:sp>
        <p:nvSpPr>
          <p:cNvPr id="15" name="Text 13"/>
          <p:cNvSpPr/>
          <p:nvPr/>
        </p:nvSpPr>
        <p:spPr>
          <a:xfrm>
            <a:off x="3311865" y="3108960"/>
            <a:ext cx="1371600" cy="201168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t">
            <a:normAutofit/>
          </a:bodyPr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50505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−3</a:t>
            </a:r>
            <a:endParaRPr lang="en-US" sz="1100" dirty="0"/>
          </a:p>
        </p:txBody>
      </p:sp>
      <p:sp>
        <p:nvSpPr>
          <p:cNvPr id="16" name="Text 14"/>
          <p:cNvSpPr/>
          <p:nvPr/>
        </p:nvSpPr>
        <p:spPr>
          <a:xfrm>
            <a:off x="3220425" y="5669280"/>
            <a:ext cx="1554480" cy="365760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t">
            <a:normAutofit/>
          </a:bodyPr>
          <a:lstStyle/>
          <a:p>
            <a:pPr algn="ctr" indent="0" marL="0">
              <a:buNone/>
            </a:pPr>
            <a:r>
              <a:rPr lang="en-US" sz="1050" dirty="0">
                <a:solidFill>
                  <a:srgbClr val="050505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ラベル2</a:t>
            </a:r>
            <a:endParaRPr lang="en-US" sz="1050" dirty="0"/>
          </a:p>
        </p:txBody>
      </p:sp>
      <p:sp>
        <p:nvSpPr>
          <p:cNvPr id="17" name="Shape 15"/>
          <p:cNvSpPr/>
          <p:nvPr/>
        </p:nvSpPr>
        <p:spPr>
          <a:xfrm>
            <a:off x="5592928" y="3163824"/>
            <a:ext cx="1005840" cy="804672"/>
          </a:xfrm>
          <a:prstGeom prst="rect">
            <a:avLst/>
          </a:prstGeom>
          <a:solidFill>
            <a:srgbClr val="1E5F8C"/>
          </a:solidFill>
          <a:ln/>
        </p:spPr>
      </p:sp>
      <p:sp>
        <p:nvSpPr>
          <p:cNvPr id="18" name="Text 16"/>
          <p:cNvSpPr/>
          <p:nvPr/>
        </p:nvSpPr>
        <p:spPr>
          <a:xfrm>
            <a:off x="5410048" y="2907792"/>
            <a:ext cx="1371600" cy="201168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t">
            <a:normAutofit/>
          </a:bodyPr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50505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+4</a:t>
            </a:r>
            <a:endParaRPr lang="en-US" sz="1100" dirty="0"/>
          </a:p>
        </p:txBody>
      </p:sp>
      <p:sp>
        <p:nvSpPr>
          <p:cNvPr id="19" name="Text 17"/>
          <p:cNvSpPr/>
          <p:nvPr/>
        </p:nvSpPr>
        <p:spPr>
          <a:xfrm>
            <a:off x="5318608" y="5669280"/>
            <a:ext cx="1554480" cy="365760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t">
            <a:normAutofit/>
          </a:bodyPr>
          <a:lstStyle/>
          <a:p>
            <a:pPr algn="ctr" indent="0" marL="0">
              <a:buNone/>
            </a:pPr>
            <a:r>
              <a:rPr lang="en-US" sz="1050" dirty="0">
                <a:solidFill>
                  <a:srgbClr val="050505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ラベル3</a:t>
            </a:r>
            <a:endParaRPr lang="en-US" sz="1050" dirty="0"/>
          </a:p>
        </p:txBody>
      </p:sp>
      <p:sp>
        <p:nvSpPr>
          <p:cNvPr id="20" name="Shape 18"/>
          <p:cNvSpPr/>
          <p:nvPr/>
        </p:nvSpPr>
        <p:spPr>
          <a:xfrm>
            <a:off x="7691110" y="2560320"/>
            <a:ext cx="1005840" cy="603504"/>
          </a:xfrm>
          <a:prstGeom prst="rect">
            <a:avLst/>
          </a:prstGeom>
          <a:solidFill>
            <a:srgbClr val="1E5F8C"/>
          </a:solidFill>
          <a:ln/>
        </p:spPr>
      </p:sp>
      <p:sp>
        <p:nvSpPr>
          <p:cNvPr id="21" name="Text 19"/>
          <p:cNvSpPr/>
          <p:nvPr/>
        </p:nvSpPr>
        <p:spPr>
          <a:xfrm>
            <a:off x="7508230" y="2304288"/>
            <a:ext cx="1371600" cy="201168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t">
            <a:normAutofit/>
          </a:bodyPr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50505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+3</a:t>
            </a:r>
            <a:endParaRPr lang="en-US" sz="1100" dirty="0"/>
          </a:p>
        </p:txBody>
      </p:sp>
      <p:sp>
        <p:nvSpPr>
          <p:cNvPr id="22" name="Text 20"/>
          <p:cNvSpPr/>
          <p:nvPr/>
        </p:nvSpPr>
        <p:spPr>
          <a:xfrm>
            <a:off x="7416790" y="5669280"/>
            <a:ext cx="1554480" cy="365760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t">
            <a:normAutofit/>
          </a:bodyPr>
          <a:lstStyle/>
          <a:p>
            <a:pPr algn="ctr" indent="0" marL="0">
              <a:buNone/>
            </a:pPr>
            <a:r>
              <a:rPr lang="en-US" sz="1050" dirty="0">
                <a:solidFill>
                  <a:srgbClr val="050505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ラベル4</a:t>
            </a:r>
            <a:endParaRPr lang="en-US" sz="1050" dirty="0"/>
          </a:p>
        </p:txBody>
      </p:sp>
      <p:sp>
        <p:nvSpPr>
          <p:cNvPr id="23" name="Shape 21"/>
          <p:cNvSpPr/>
          <p:nvPr/>
        </p:nvSpPr>
        <p:spPr>
          <a:xfrm>
            <a:off x="9789292" y="2560320"/>
            <a:ext cx="1005840" cy="3017520"/>
          </a:xfrm>
          <a:prstGeom prst="rect">
            <a:avLst/>
          </a:prstGeom>
          <a:solidFill>
            <a:srgbClr val="050505"/>
          </a:solidFill>
          <a:ln/>
        </p:spPr>
      </p:sp>
      <p:sp>
        <p:nvSpPr>
          <p:cNvPr id="24" name="Text 22"/>
          <p:cNvSpPr/>
          <p:nvPr/>
        </p:nvSpPr>
        <p:spPr>
          <a:xfrm>
            <a:off x="9606412" y="2304288"/>
            <a:ext cx="1371600" cy="201168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t">
            <a:normAutofit/>
          </a:bodyPr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50505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15</a:t>
            </a:r>
            <a:endParaRPr lang="en-US" sz="1100" dirty="0"/>
          </a:p>
        </p:txBody>
      </p:sp>
      <p:sp>
        <p:nvSpPr>
          <p:cNvPr id="25" name="Text 23"/>
          <p:cNvSpPr/>
          <p:nvPr/>
        </p:nvSpPr>
        <p:spPr>
          <a:xfrm>
            <a:off x="9514972" y="5669280"/>
            <a:ext cx="1554480" cy="365760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t">
            <a:normAutofit/>
          </a:bodyPr>
          <a:lstStyle/>
          <a:p>
            <a:pPr algn="ctr" indent="0" marL="0">
              <a:buNone/>
            </a:pPr>
            <a:r>
              <a:rPr lang="en-US" sz="1050" dirty="0">
                <a:solidFill>
                  <a:srgbClr val="050505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ラベル5</a:t>
            </a:r>
            <a:endParaRPr lang="en-US" sz="1050" dirty="0"/>
          </a:p>
        </p:txBody>
      </p:sp>
      <p:sp>
        <p:nvSpPr>
          <p:cNvPr id="26" name="Shape 24"/>
          <p:cNvSpPr/>
          <p:nvPr/>
        </p:nvSpPr>
        <p:spPr>
          <a:xfrm>
            <a:off x="576072" y="5577840"/>
            <a:ext cx="11039551" cy="0"/>
          </a:xfrm>
          <a:prstGeom prst="line">
            <a:avLst/>
          </a:prstGeom>
          <a:noFill/>
          <a:ln w="12700">
            <a:solidFill>
              <a:srgbClr val="050505"/>
            </a:solidFill>
            <a:prstDash val="solid"/>
          </a:ln>
        </p:spPr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76072" y="320040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b">
            <a:normAutofit/>
          </a:bodyPr>
          <a:lstStyle/>
          <a:p>
            <a:pPr indent="0" marL="0">
              <a:buNone/>
            </a:pPr>
            <a:r>
              <a:rPr lang="en-US" sz="1400" dirty="0">
                <a:solidFill>
                  <a:srgbClr val="050505"/>
                </a:solidFill>
                <a:latin typeface="Yu Mincho Demibold" pitchFamily="34" charset="0"/>
                <a:ea typeface="Yu Mincho Demibold" pitchFamily="34" charset="-122"/>
                <a:cs typeface="Yu Mincho Demibold" pitchFamily="34" charset="-120"/>
              </a:rPr>
              <a:t>スライド型カタログ</a:t>
            </a:r>
            <a:endParaRPr lang="en-US" sz="1400" dirty="0"/>
          </a:p>
        </p:txBody>
      </p:sp>
      <p:sp>
        <p:nvSpPr>
          <p:cNvPr id="3" name="Text 1"/>
          <p:cNvSpPr/>
          <p:nvPr/>
        </p:nvSpPr>
        <p:spPr>
          <a:xfrm>
            <a:off x="7043623" y="411480"/>
            <a:ext cx="4572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800" dirty="0">
                <a:solidFill>
                  <a:srgbClr val="666B70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09  SMALL_MULTIPLES</a:t>
            </a:r>
            <a:endParaRPr lang="en-US" sz="800" dirty="0"/>
          </a:p>
        </p:txBody>
      </p:sp>
      <p:sp>
        <p:nvSpPr>
          <p:cNvPr id="4" name="Shape 2"/>
          <p:cNvSpPr/>
          <p:nvPr/>
        </p:nvSpPr>
        <p:spPr>
          <a:xfrm>
            <a:off x="576072" y="784555"/>
            <a:ext cx="11039551" cy="0"/>
          </a:xfrm>
          <a:prstGeom prst="line">
            <a:avLst/>
          </a:prstGeom>
          <a:noFill/>
          <a:ln w="13970">
            <a:solidFill>
              <a:srgbClr val="050505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576072" y="914400"/>
            <a:ext cx="11039551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2200" dirty="0">
                <a:solidFill>
                  <a:srgbClr val="050505"/>
                </a:solidFill>
                <a:latin typeface="Yu Mincho Demibold" pitchFamily="34" charset="0"/>
                <a:ea typeface="Yu Mincho Demibold" pitchFamily="34" charset="-122"/>
                <a:cs typeface="Yu Mincho Demibold" pitchFamily="34" charset="-120"/>
              </a:rPr>
              <a:t>小図の並列比較</a:t>
            </a:r>
            <a:endParaRPr lang="en-US" sz="2200" dirty="0"/>
          </a:p>
        </p:txBody>
      </p:sp>
      <p:sp>
        <p:nvSpPr>
          <p:cNvPr id="6" name="Text 4"/>
          <p:cNvSpPr/>
          <p:nvPr/>
        </p:nvSpPr>
        <p:spPr>
          <a:xfrm>
            <a:off x="576072" y="6245352"/>
            <a:ext cx="89611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750" dirty="0">
                <a:solidFill>
                  <a:srgbClr val="666B70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出典：Source 1</a:t>
            </a:r>
            <a:endParaRPr lang="en-US" sz="750" dirty="0"/>
          </a:p>
        </p:txBody>
      </p:sp>
      <p:sp>
        <p:nvSpPr>
          <p:cNvPr id="7" name="Shape 5"/>
          <p:cNvSpPr/>
          <p:nvPr/>
        </p:nvSpPr>
        <p:spPr>
          <a:xfrm>
            <a:off x="576072" y="6483096"/>
            <a:ext cx="11039551" cy="0"/>
          </a:xfrm>
          <a:prstGeom prst="line">
            <a:avLst/>
          </a:prstGeom>
          <a:noFill/>
          <a:ln w="8890">
            <a:solidFill>
              <a:srgbClr val="D9DCDF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576072" y="6565392"/>
            <a:ext cx="54864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850" b="1" dirty="0">
                <a:solidFill>
                  <a:srgbClr val="050505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スライド型カタログ</a:t>
            </a:r>
            <a:endParaRPr lang="en-US" sz="850" dirty="0"/>
          </a:p>
        </p:txBody>
      </p:sp>
      <p:sp>
        <p:nvSpPr>
          <p:cNvPr id="9" name="Text 7"/>
          <p:cNvSpPr/>
          <p:nvPr/>
        </p:nvSpPr>
        <p:spPr>
          <a:xfrm>
            <a:off x="11249863" y="6565392"/>
            <a:ext cx="3657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666B70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10</a:t>
            </a:r>
            <a:endParaRPr lang="en-US" sz="750" dirty="0"/>
          </a:p>
        </p:txBody>
      </p:sp>
      <p:sp>
        <p:nvSpPr>
          <p:cNvPr id="10" name="Text 8"/>
          <p:cNvSpPr/>
          <p:nvPr/>
        </p:nvSpPr>
        <p:spPr>
          <a:xfrm>
            <a:off x="576072" y="2011680"/>
            <a:ext cx="5291176" cy="274320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t">
            <a:normAutofit/>
          </a:bodyPr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50505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ラベル1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576072" y="2322576"/>
            <a:ext cx="5291176" cy="0"/>
          </a:xfrm>
          <a:prstGeom prst="line">
            <a:avLst/>
          </a:prstGeom>
          <a:noFill/>
          <a:ln w="9525">
            <a:solidFill>
              <a:srgbClr val="D9DCDF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1229335" y="3226728"/>
            <a:ext cx="457200" cy="398868"/>
          </a:xfrm>
          <a:prstGeom prst="rect">
            <a:avLst/>
          </a:prstGeom>
          <a:solidFill>
            <a:srgbClr val="071B2C"/>
          </a:solidFill>
          <a:ln/>
        </p:spPr>
      </p:sp>
      <p:sp>
        <p:nvSpPr>
          <p:cNvPr id="13" name="Text 11"/>
          <p:cNvSpPr/>
          <p:nvPr/>
        </p:nvSpPr>
        <p:spPr>
          <a:xfrm>
            <a:off x="576072" y="3643884"/>
            <a:ext cx="1763725" cy="201168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t">
            <a:normAutofit/>
          </a:bodyPr>
          <a:lstStyle/>
          <a:p>
            <a:pPr algn="ctr" indent="0" marL="0">
              <a:buNone/>
            </a:pPr>
            <a:r>
              <a:rPr lang="en-US" sz="900" dirty="0">
                <a:solidFill>
                  <a:srgbClr val="666B70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ラベル2</a:t>
            </a:r>
            <a:endParaRPr lang="en-US" sz="900" dirty="0"/>
          </a:p>
        </p:txBody>
      </p:sp>
      <p:sp>
        <p:nvSpPr>
          <p:cNvPr id="14" name="Shape 12"/>
          <p:cNvSpPr/>
          <p:nvPr/>
        </p:nvSpPr>
        <p:spPr>
          <a:xfrm>
            <a:off x="2993060" y="2927578"/>
            <a:ext cx="457200" cy="698018"/>
          </a:xfrm>
          <a:prstGeom prst="rect">
            <a:avLst/>
          </a:prstGeom>
          <a:solidFill>
            <a:srgbClr val="071B2C"/>
          </a:solidFill>
          <a:ln/>
        </p:spPr>
      </p:sp>
      <p:sp>
        <p:nvSpPr>
          <p:cNvPr id="15" name="Text 13"/>
          <p:cNvSpPr/>
          <p:nvPr/>
        </p:nvSpPr>
        <p:spPr>
          <a:xfrm>
            <a:off x="2339797" y="3643884"/>
            <a:ext cx="1763725" cy="201168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t">
            <a:normAutofit/>
          </a:bodyPr>
          <a:lstStyle/>
          <a:p>
            <a:pPr algn="ctr" indent="0" marL="0">
              <a:buNone/>
            </a:pPr>
            <a:r>
              <a:rPr lang="en-US" sz="900" dirty="0">
                <a:solidFill>
                  <a:srgbClr val="666B70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ラベル3</a:t>
            </a:r>
            <a:endParaRPr lang="en-US" sz="900" dirty="0"/>
          </a:p>
        </p:txBody>
      </p:sp>
      <p:sp>
        <p:nvSpPr>
          <p:cNvPr id="16" name="Shape 14"/>
          <p:cNvSpPr/>
          <p:nvPr/>
        </p:nvSpPr>
        <p:spPr>
          <a:xfrm>
            <a:off x="4756785" y="2468880"/>
            <a:ext cx="457200" cy="1156716"/>
          </a:xfrm>
          <a:prstGeom prst="rect">
            <a:avLst/>
          </a:prstGeom>
          <a:solidFill>
            <a:srgbClr val="071B2C"/>
          </a:solidFill>
          <a:ln/>
        </p:spPr>
      </p:sp>
      <p:sp>
        <p:nvSpPr>
          <p:cNvPr id="17" name="Text 15"/>
          <p:cNvSpPr/>
          <p:nvPr/>
        </p:nvSpPr>
        <p:spPr>
          <a:xfrm>
            <a:off x="4103522" y="3643884"/>
            <a:ext cx="1763725" cy="201168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t">
            <a:normAutofit/>
          </a:bodyPr>
          <a:lstStyle/>
          <a:p>
            <a:pPr algn="ctr" indent="0" marL="0">
              <a:buNone/>
            </a:pPr>
            <a:r>
              <a:rPr lang="en-US" sz="900" dirty="0">
                <a:solidFill>
                  <a:srgbClr val="666B70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ラベル4</a:t>
            </a:r>
            <a:endParaRPr lang="en-US" sz="900" dirty="0"/>
          </a:p>
        </p:txBody>
      </p:sp>
      <p:sp>
        <p:nvSpPr>
          <p:cNvPr id="18" name="Text 16"/>
          <p:cNvSpPr/>
          <p:nvPr/>
        </p:nvSpPr>
        <p:spPr>
          <a:xfrm>
            <a:off x="6324448" y="2011680"/>
            <a:ext cx="5291176" cy="274320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t">
            <a:normAutofit/>
          </a:bodyPr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50505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ラベル5</a:t>
            </a:r>
            <a:endParaRPr lang="en-US" sz="1200" dirty="0"/>
          </a:p>
        </p:txBody>
      </p:sp>
      <p:sp>
        <p:nvSpPr>
          <p:cNvPr id="19" name="Shape 17"/>
          <p:cNvSpPr/>
          <p:nvPr/>
        </p:nvSpPr>
        <p:spPr>
          <a:xfrm>
            <a:off x="6324448" y="2322576"/>
            <a:ext cx="5291176" cy="0"/>
          </a:xfrm>
          <a:prstGeom prst="line">
            <a:avLst/>
          </a:prstGeom>
          <a:noFill/>
          <a:ln w="9525">
            <a:solidFill>
              <a:srgbClr val="D9DCDF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6977710" y="3326445"/>
            <a:ext cx="457200" cy="299151"/>
          </a:xfrm>
          <a:prstGeom prst="rect">
            <a:avLst/>
          </a:prstGeom>
          <a:solidFill>
            <a:srgbClr val="071B2C"/>
          </a:solidFill>
          <a:ln/>
        </p:spPr>
      </p:sp>
      <p:sp>
        <p:nvSpPr>
          <p:cNvPr id="21" name="Text 19"/>
          <p:cNvSpPr/>
          <p:nvPr/>
        </p:nvSpPr>
        <p:spPr>
          <a:xfrm>
            <a:off x="6324448" y="3643884"/>
            <a:ext cx="1763725" cy="201168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t">
            <a:normAutofit/>
          </a:bodyPr>
          <a:lstStyle/>
          <a:p>
            <a:pPr algn="ctr" indent="0" marL="0">
              <a:buNone/>
            </a:pPr>
            <a:r>
              <a:rPr lang="en-US" sz="900" dirty="0">
                <a:solidFill>
                  <a:srgbClr val="666B70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ラベル6</a:t>
            </a:r>
            <a:endParaRPr lang="en-US" sz="900" dirty="0"/>
          </a:p>
        </p:txBody>
      </p:sp>
      <p:sp>
        <p:nvSpPr>
          <p:cNvPr id="22" name="Shape 20"/>
          <p:cNvSpPr/>
          <p:nvPr/>
        </p:nvSpPr>
        <p:spPr>
          <a:xfrm>
            <a:off x="8741435" y="3067181"/>
            <a:ext cx="457200" cy="558415"/>
          </a:xfrm>
          <a:prstGeom prst="rect">
            <a:avLst/>
          </a:prstGeom>
          <a:solidFill>
            <a:srgbClr val="071B2C"/>
          </a:solidFill>
          <a:ln/>
        </p:spPr>
      </p:sp>
      <p:sp>
        <p:nvSpPr>
          <p:cNvPr id="23" name="Text 21"/>
          <p:cNvSpPr/>
          <p:nvPr/>
        </p:nvSpPr>
        <p:spPr>
          <a:xfrm>
            <a:off x="8088173" y="3643884"/>
            <a:ext cx="1763725" cy="201168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t">
            <a:normAutofit/>
          </a:bodyPr>
          <a:lstStyle/>
          <a:p>
            <a:pPr algn="ctr" indent="0" marL="0">
              <a:buNone/>
            </a:pPr>
            <a:r>
              <a:rPr lang="en-US" sz="900" dirty="0">
                <a:solidFill>
                  <a:srgbClr val="666B70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ラベル7</a:t>
            </a:r>
            <a:endParaRPr lang="en-US" sz="900" dirty="0"/>
          </a:p>
        </p:txBody>
      </p:sp>
      <p:sp>
        <p:nvSpPr>
          <p:cNvPr id="24" name="Shape 22"/>
          <p:cNvSpPr/>
          <p:nvPr/>
        </p:nvSpPr>
        <p:spPr>
          <a:xfrm>
            <a:off x="10505161" y="2748087"/>
            <a:ext cx="457200" cy="877509"/>
          </a:xfrm>
          <a:prstGeom prst="rect">
            <a:avLst/>
          </a:prstGeom>
          <a:solidFill>
            <a:srgbClr val="071B2C"/>
          </a:solidFill>
          <a:ln/>
        </p:spPr>
      </p:sp>
      <p:sp>
        <p:nvSpPr>
          <p:cNvPr id="25" name="Text 23"/>
          <p:cNvSpPr/>
          <p:nvPr/>
        </p:nvSpPr>
        <p:spPr>
          <a:xfrm>
            <a:off x="9851898" y="3643884"/>
            <a:ext cx="1763725" cy="201168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t">
            <a:normAutofit/>
          </a:bodyPr>
          <a:lstStyle/>
          <a:p>
            <a:pPr algn="ctr" indent="0" marL="0">
              <a:buNone/>
            </a:pPr>
            <a:r>
              <a:rPr lang="en-US" sz="900" dirty="0">
                <a:solidFill>
                  <a:srgbClr val="666B70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ラベル8</a:t>
            </a:r>
            <a:endParaRPr lang="en-US" sz="900" dirty="0"/>
          </a:p>
        </p:txBody>
      </p:sp>
      <p:sp>
        <p:nvSpPr>
          <p:cNvPr id="26" name="Text 24"/>
          <p:cNvSpPr/>
          <p:nvPr/>
        </p:nvSpPr>
        <p:spPr>
          <a:xfrm>
            <a:off x="576072" y="4338828"/>
            <a:ext cx="5291176" cy="274320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t">
            <a:normAutofit/>
          </a:bodyPr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50505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ラベル9</a:t>
            </a:r>
            <a:endParaRPr lang="en-US" sz="1200" dirty="0"/>
          </a:p>
        </p:txBody>
      </p:sp>
      <p:sp>
        <p:nvSpPr>
          <p:cNvPr id="27" name="Shape 25"/>
          <p:cNvSpPr/>
          <p:nvPr/>
        </p:nvSpPr>
        <p:spPr>
          <a:xfrm>
            <a:off x="576072" y="4649724"/>
            <a:ext cx="5291176" cy="0"/>
          </a:xfrm>
          <a:prstGeom prst="line">
            <a:avLst/>
          </a:prstGeom>
          <a:noFill/>
          <a:ln w="9525">
            <a:solidFill>
              <a:srgbClr val="D9DCDF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1229335" y="5793197"/>
            <a:ext cx="457200" cy="159547"/>
          </a:xfrm>
          <a:prstGeom prst="rect">
            <a:avLst/>
          </a:prstGeom>
          <a:solidFill>
            <a:srgbClr val="071B2C"/>
          </a:solidFill>
          <a:ln/>
        </p:spPr>
      </p:sp>
      <p:sp>
        <p:nvSpPr>
          <p:cNvPr id="29" name="Text 27"/>
          <p:cNvSpPr/>
          <p:nvPr/>
        </p:nvSpPr>
        <p:spPr>
          <a:xfrm>
            <a:off x="576072" y="5971032"/>
            <a:ext cx="1763725" cy="201168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t">
            <a:normAutofit/>
          </a:bodyPr>
          <a:lstStyle/>
          <a:p>
            <a:pPr algn="ctr" indent="0" marL="0">
              <a:buNone/>
            </a:pPr>
            <a:r>
              <a:rPr lang="en-US" sz="900" dirty="0">
                <a:solidFill>
                  <a:srgbClr val="666B70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ラベル10</a:t>
            </a:r>
            <a:endParaRPr lang="en-US" sz="900" dirty="0"/>
          </a:p>
        </p:txBody>
      </p:sp>
      <p:sp>
        <p:nvSpPr>
          <p:cNvPr id="30" name="Shape 28"/>
          <p:cNvSpPr/>
          <p:nvPr/>
        </p:nvSpPr>
        <p:spPr>
          <a:xfrm>
            <a:off x="2993060" y="5673537"/>
            <a:ext cx="457200" cy="279207"/>
          </a:xfrm>
          <a:prstGeom prst="rect">
            <a:avLst/>
          </a:prstGeom>
          <a:solidFill>
            <a:srgbClr val="071B2C"/>
          </a:solidFill>
          <a:ln/>
        </p:spPr>
      </p:sp>
      <p:sp>
        <p:nvSpPr>
          <p:cNvPr id="31" name="Text 29"/>
          <p:cNvSpPr/>
          <p:nvPr/>
        </p:nvSpPr>
        <p:spPr>
          <a:xfrm>
            <a:off x="2339797" y="5971032"/>
            <a:ext cx="1763725" cy="201168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t">
            <a:normAutofit/>
          </a:bodyPr>
          <a:lstStyle/>
          <a:p>
            <a:pPr algn="ctr" indent="0" marL="0">
              <a:buNone/>
            </a:pPr>
            <a:r>
              <a:rPr lang="en-US" sz="900" dirty="0">
                <a:solidFill>
                  <a:srgbClr val="666B70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ラベル11</a:t>
            </a:r>
            <a:endParaRPr lang="en-US" sz="900" dirty="0"/>
          </a:p>
        </p:txBody>
      </p:sp>
      <p:sp>
        <p:nvSpPr>
          <p:cNvPr id="32" name="Shape 30"/>
          <p:cNvSpPr/>
          <p:nvPr/>
        </p:nvSpPr>
        <p:spPr>
          <a:xfrm>
            <a:off x="4756785" y="5494046"/>
            <a:ext cx="457200" cy="458698"/>
          </a:xfrm>
          <a:prstGeom prst="rect">
            <a:avLst/>
          </a:prstGeom>
          <a:solidFill>
            <a:srgbClr val="071B2C"/>
          </a:solidFill>
          <a:ln/>
        </p:spPr>
      </p:sp>
      <p:sp>
        <p:nvSpPr>
          <p:cNvPr id="33" name="Text 31"/>
          <p:cNvSpPr/>
          <p:nvPr/>
        </p:nvSpPr>
        <p:spPr>
          <a:xfrm>
            <a:off x="4103522" y="5971032"/>
            <a:ext cx="1763725" cy="201168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t">
            <a:normAutofit/>
          </a:bodyPr>
          <a:lstStyle/>
          <a:p>
            <a:pPr algn="ctr" indent="0" marL="0">
              <a:buNone/>
            </a:pPr>
            <a:r>
              <a:rPr lang="en-US" sz="900" dirty="0">
                <a:solidFill>
                  <a:srgbClr val="666B70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ラベル12</a:t>
            </a:r>
            <a:endParaRPr lang="en-US" sz="900" dirty="0"/>
          </a:p>
        </p:txBody>
      </p:sp>
      <p:sp>
        <p:nvSpPr>
          <p:cNvPr id="34" name="Text 32"/>
          <p:cNvSpPr/>
          <p:nvPr/>
        </p:nvSpPr>
        <p:spPr>
          <a:xfrm>
            <a:off x="6324448" y="4338828"/>
            <a:ext cx="5291176" cy="274320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t">
            <a:normAutofit/>
          </a:bodyPr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50505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ラベル13</a:t>
            </a:r>
            <a:endParaRPr lang="en-US" sz="1200" dirty="0"/>
          </a:p>
        </p:txBody>
      </p:sp>
      <p:sp>
        <p:nvSpPr>
          <p:cNvPr id="35" name="Shape 33"/>
          <p:cNvSpPr/>
          <p:nvPr/>
        </p:nvSpPr>
        <p:spPr>
          <a:xfrm>
            <a:off x="6324448" y="4649724"/>
            <a:ext cx="5291176" cy="0"/>
          </a:xfrm>
          <a:prstGeom prst="line">
            <a:avLst/>
          </a:prstGeom>
          <a:noFill/>
          <a:ln w="9525">
            <a:solidFill>
              <a:srgbClr val="D9DCDF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6977710" y="5713423"/>
            <a:ext cx="457200" cy="239321"/>
          </a:xfrm>
          <a:prstGeom prst="rect">
            <a:avLst/>
          </a:prstGeom>
          <a:solidFill>
            <a:srgbClr val="071B2C"/>
          </a:solidFill>
          <a:ln/>
        </p:spPr>
      </p:sp>
      <p:sp>
        <p:nvSpPr>
          <p:cNvPr id="37" name="Text 35"/>
          <p:cNvSpPr/>
          <p:nvPr/>
        </p:nvSpPr>
        <p:spPr>
          <a:xfrm>
            <a:off x="6324448" y="5971032"/>
            <a:ext cx="1763725" cy="201168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t">
            <a:normAutofit/>
          </a:bodyPr>
          <a:lstStyle/>
          <a:p>
            <a:pPr algn="ctr" indent="0" marL="0">
              <a:buNone/>
            </a:pPr>
            <a:r>
              <a:rPr lang="en-US" sz="900" dirty="0">
                <a:solidFill>
                  <a:srgbClr val="666B70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ラベル14</a:t>
            </a:r>
            <a:endParaRPr lang="en-US" sz="900" dirty="0"/>
          </a:p>
        </p:txBody>
      </p:sp>
      <p:sp>
        <p:nvSpPr>
          <p:cNvPr id="38" name="Shape 36"/>
          <p:cNvSpPr/>
          <p:nvPr/>
        </p:nvSpPr>
        <p:spPr>
          <a:xfrm>
            <a:off x="8741435" y="5513990"/>
            <a:ext cx="457200" cy="438754"/>
          </a:xfrm>
          <a:prstGeom prst="rect">
            <a:avLst/>
          </a:prstGeom>
          <a:solidFill>
            <a:srgbClr val="071B2C"/>
          </a:solidFill>
          <a:ln/>
        </p:spPr>
      </p:sp>
      <p:sp>
        <p:nvSpPr>
          <p:cNvPr id="39" name="Text 37"/>
          <p:cNvSpPr/>
          <p:nvPr/>
        </p:nvSpPr>
        <p:spPr>
          <a:xfrm>
            <a:off x="8088173" y="5971032"/>
            <a:ext cx="1763725" cy="201168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t">
            <a:normAutofit/>
          </a:bodyPr>
          <a:lstStyle/>
          <a:p>
            <a:pPr algn="ctr" indent="0" marL="0">
              <a:buNone/>
            </a:pPr>
            <a:r>
              <a:rPr lang="en-US" sz="900" dirty="0">
                <a:solidFill>
                  <a:srgbClr val="666B70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ラベル15</a:t>
            </a:r>
            <a:endParaRPr lang="en-US" sz="900" dirty="0"/>
          </a:p>
        </p:txBody>
      </p:sp>
      <p:sp>
        <p:nvSpPr>
          <p:cNvPr id="40" name="Shape 38"/>
          <p:cNvSpPr/>
          <p:nvPr/>
        </p:nvSpPr>
        <p:spPr>
          <a:xfrm>
            <a:off x="10505161" y="5214839"/>
            <a:ext cx="457200" cy="737905"/>
          </a:xfrm>
          <a:prstGeom prst="rect">
            <a:avLst/>
          </a:prstGeom>
          <a:solidFill>
            <a:srgbClr val="071B2C"/>
          </a:solidFill>
          <a:ln/>
        </p:spPr>
      </p:sp>
      <p:sp>
        <p:nvSpPr>
          <p:cNvPr id="41" name="Text 39"/>
          <p:cNvSpPr/>
          <p:nvPr/>
        </p:nvSpPr>
        <p:spPr>
          <a:xfrm>
            <a:off x="9851898" y="5971032"/>
            <a:ext cx="1763725" cy="201168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t">
            <a:normAutofit/>
          </a:bodyPr>
          <a:lstStyle/>
          <a:p>
            <a:pPr algn="ctr" indent="0" marL="0">
              <a:buNone/>
            </a:pPr>
            <a:r>
              <a:rPr lang="en-US" sz="900" dirty="0">
                <a:solidFill>
                  <a:srgbClr val="666B70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ラベル16</a:t>
            </a:r>
            <a:endParaRPr lang="en-US" sz="9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76072" y="320040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b">
            <a:normAutofit/>
          </a:bodyPr>
          <a:lstStyle/>
          <a:p>
            <a:pPr indent="0" marL="0">
              <a:buNone/>
            </a:pPr>
            <a:r>
              <a:rPr lang="en-US" sz="1400" dirty="0">
                <a:solidFill>
                  <a:srgbClr val="050505"/>
                </a:solidFill>
                <a:latin typeface="Yu Mincho Demibold" pitchFamily="34" charset="0"/>
                <a:ea typeface="Yu Mincho Demibold" pitchFamily="34" charset="-122"/>
                <a:cs typeface="Yu Mincho Demibold" pitchFamily="34" charset="-120"/>
              </a:rPr>
              <a:t>スライド型カタログ</a:t>
            </a:r>
            <a:endParaRPr lang="en-US" sz="1400" dirty="0"/>
          </a:p>
        </p:txBody>
      </p:sp>
      <p:sp>
        <p:nvSpPr>
          <p:cNvPr id="3" name="Text 1"/>
          <p:cNvSpPr/>
          <p:nvPr/>
        </p:nvSpPr>
        <p:spPr>
          <a:xfrm>
            <a:off x="7043623" y="411480"/>
            <a:ext cx="4572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800" dirty="0">
                <a:solidFill>
                  <a:srgbClr val="666B70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10  COMPARISON_TABLE</a:t>
            </a:r>
            <a:endParaRPr lang="en-US" sz="800" dirty="0"/>
          </a:p>
        </p:txBody>
      </p:sp>
      <p:sp>
        <p:nvSpPr>
          <p:cNvPr id="4" name="Shape 2"/>
          <p:cNvSpPr/>
          <p:nvPr/>
        </p:nvSpPr>
        <p:spPr>
          <a:xfrm>
            <a:off x="576072" y="784555"/>
            <a:ext cx="11039551" cy="0"/>
          </a:xfrm>
          <a:prstGeom prst="line">
            <a:avLst/>
          </a:prstGeom>
          <a:noFill/>
          <a:ln w="13970">
            <a:solidFill>
              <a:srgbClr val="050505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576072" y="914400"/>
            <a:ext cx="11039551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2200" dirty="0">
                <a:solidFill>
                  <a:srgbClr val="050505"/>
                </a:solidFill>
                <a:latin typeface="Yu Mincho Demibold" pitchFamily="34" charset="0"/>
                <a:ea typeface="Yu Mincho Demibold" pitchFamily="34" charset="-122"/>
                <a:cs typeface="Yu Mincho Demibold" pitchFamily="34" charset="-120"/>
              </a:rPr>
              <a:t>選択肢の比較表</a:t>
            </a:r>
            <a:endParaRPr lang="en-US" sz="2200" dirty="0"/>
          </a:p>
        </p:txBody>
      </p:sp>
      <p:sp>
        <p:nvSpPr>
          <p:cNvPr id="6" name="Text 4"/>
          <p:cNvSpPr/>
          <p:nvPr/>
        </p:nvSpPr>
        <p:spPr>
          <a:xfrm>
            <a:off x="576072" y="6245352"/>
            <a:ext cx="89611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750" dirty="0">
                <a:solidFill>
                  <a:srgbClr val="666B70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出典：Source 1</a:t>
            </a:r>
            <a:endParaRPr lang="en-US" sz="750" dirty="0"/>
          </a:p>
        </p:txBody>
      </p:sp>
      <p:sp>
        <p:nvSpPr>
          <p:cNvPr id="7" name="Shape 5"/>
          <p:cNvSpPr/>
          <p:nvPr/>
        </p:nvSpPr>
        <p:spPr>
          <a:xfrm>
            <a:off x="576072" y="6483096"/>
            <a:ext cx="11039551" cy="0"/>
          </a:xfrm>
          <a:prstGeom prst="line">
            <a:avLst/>
          </a:prstGeom>
          <a:noFill/>
          <a:ln w="8890">
            <a:solidFill>
              <a:srgbClr val="D9DCDF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576072" y="6565392"/>
            <a:ext cx="54864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850" b="1" dirty="0">
                <a:solidFill>
                  <a:srgbClr val="050505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スライド型カタログ</a:t>
            </a:r>
            <a:endParaRPr lang="en-US" sz="850" dirty="0"/>
          </a:p>
        </p:txBody>
      </p:sp>
      <p:sp>
        <p:nvSpPr>
          <p:cNvPr id="9" name="Text 7"/>
          <p:cNvSpPr/>
          <p:nvPr/>
        </p:nvSpPr>
        <p:spPr>
          <a:xfrm>
            <a:off x="11249863" y="6565392"/>
            <a:ext cx="3657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666B70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11</a:t>
            </a:r>
            <a:endParaRPr lang="en-US" sz="750" dirty="0"/>
          </a:p>
        </p:txBody>
      </p:sp>
      <p:graphicFrame>
        <p:nvGraphicFramePr>
          <p:cNvPr id="12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76072" y="2029968"/>
          <a:ext cx="11091672" cy="914400"/>
        </p:xfrm>
        <a:graphic>
          <a:graphicData uri="http://schemas.openxmlformats.org/drawingml/2006/table">
            <a:tbl>
              <a:tblPr/>
              <a:tblGrid>
                <a:gridCol w="2194560"/>
                <a:gridCol w="2194560"/>
                <a:gridCol w="2194560"/>
                <a:gridCol w="4507992"/>
              </a:tblGrid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b="1" dirty="0">
                          <a:solidFill>
                            <a:srgbClr val="050505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評価軸</a:t>
                      </a:r>
                      <a:endParaRPr lang="en-US" sz="125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0" marR="76200" marT="63500" marB="114300" anchor="t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5240" cap="flat" cmpd="sng" algn="ctr">
                      <a:solidFill>
                        <a:srgbClr val="05050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b="1" dirty="0">
                          <a:solidFill>
                            <a:srgbClr val="050505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自社</a:t>
                      </a:r>
                      <a:endParaRPr lang="en-US" sz="125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0" marR="76200" marT="63500" marB="114300" anchor="t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5240" cap="flat" cmpd="sng" algn="ctr">
                      <a:solidFill>
                        <a:srgbClr val="05050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b="1" dirty="0">
                          <a:solidFill>
                            <a:srgbClr val="050505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他社</a:t>
                      </a:r>
                      <a:endParaRPr lang="en-US" sz="125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0" marR="76200" marT="63500" marB="114300" anchor="t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5240" cap="flat" cmpd="sng" algn="ctr">
                      <a:solidFill>
                        <a:srgbClr val="05050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b="1" dirty="0">
                          <a:solidFill>
                            <a:srgbClr val="050505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読み取り</a:t>
                      </a:r>
                      <a:endParaRPr lang="en-US" sz="125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0" marR="76200" marT="63500" marB="114300" anchor="t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5240" cap="flat" cmpd="sng" algn="ctr">
                      <a:solidFill>
                        <a:srgbClr val="05050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050505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ラベル1</a:t>
                      </a:r>
                      <a:endParaRPr lang="en-US" sz="105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0" marR="76200" marT="63500" marB="114300" anchor="t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9DC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050505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ラベル2</a:t>
                      </a:r>
                      <a:endParaRPr lang="en-US" sz="105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0" marR="76200" marT="63500" marB="114300" anchor="t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9DC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050505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ラベル3</a:t>
                      </a:r>
                      <a:endParaRPr lang="en-US" sz="105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0" marR="76200" marT="63500" marB="114300" anchor="t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9DC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marL="127000" indent="-127000">
                        <a:buSzPct val="100000"/>
                        <a:buChar char="•"/>
                      </a:pPr>
                      <a:r>
                        <a:rPr lang="en-US" sz="1050" dirty="0">
                          <a:solidFill>
                            <a:srgbClr val="050505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Text 1</a:t>
                      </a:r>
                      <a:endParaRPr lang="en-US" sz="105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  <a:p>
                      <a:pPr algn="l" marL="127000" indent="-127000">
                        <a:buSzPct val="100000"/>
                        <a:buChar char="•"/>
                      </a:pPr>
                      <a:r>
                        <a:rPr lang="en-US" sz="1050" dirty="0">
                          <a:solidFill>
                            <a:srgbClr val="050505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Text 2</a:t>
                      </a:r>
                      <a:endParaRPr lang="en-US" sz="105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0" marR="76200" marT="63500" marB="114300" anchor="t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9DC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050505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ラベル4</a:t>
                      </a:r>
                      <a:endParaRPr lang="en-US" sz="105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0" marR="76200" marT="63500" marB="114300" anchor="t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9DC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050505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ラベル5</a:t>
                      </a:r>
                      <a:endParaRPr lang="en-US" sz="105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0" marR="76200" marT="63500" marB="114300" anchor="t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9DC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050505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ラベル6</a:t>
                      </a:r>
                      <a:endParaRPr lang="en-US" sz="105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0" marR="76200" marT="63500" marB="114300" anchor="t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9DC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marL="127000" indent="-127000">
                        <a:buSzPct val="100000"/>
                        <a:buChar char="•"/>
                      </a:pPr>
                      <a:r>
                        <a:rPr lang="en-US" sz="1050" dirty="0">
                          <a:solidFill>
                            <a:srgbClr val="050505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Text 3</a:t>
                      </a:r>
                      <a:endParaRPr lang="en-US" sz="105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  <a:p>
                      <a:pPr algn="l" marL="127000" indent="-127000">
                        <a:buSzPct val="100000"/>
                        <a:buChar char="•"/>
                      </a:pPr>
                      <a:r>
                        <a:rPr lang="en-US" sz="1050" dirty="0">
                          <a:solidFill>
                            <a:srgbClr val="050505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Text 4</a:t>
                      </a:r>
                      <a:endParaRPr lang="en-US" sz="105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0" marR="76200" marT="63500" marB="114300" anchor="t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9DC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050505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ラベル7</a:t>
                      </a:r>
                      <a:endParaRPr lang="en-US" sz="105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0" marR="76200" marT="63500" marB="114300" anchor="t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9DC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050505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ラベル8</a:t>
                      </a:r>
                      <a:endParaRPr lang="en-US" sz="105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0" marR="76200" marT="63500" marB="114300" anchor="t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9DC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050505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ラベル9</a:t>
                      </a:r>
                      <a:endParaRPr lang="en-US" sz="105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0" marR="76200" marT="63500" marB="114300" anchor="t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9DC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marL="127000" indent="-127000">
                        <a:buSzPct val="100000"/>
                        <a:buChar char="•"/>
                      </a:pPr>
                      <a:r>
                        <a:rPr lang="en-US" sz="1050" dirty="0">
                          <a:solidFill>
                            <a:srgbClr val="050505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Text 5</a:t>
                      </a:r>
                      <a:endParaRPr lang="en-US" sz="105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  <a:p>
                      <a:pPr algn="l" marL="127000" indent="-127000">
                        <a:buSzPct val="100000"/>
                        <a:buChar char="•"/>
                      </a:pPr>
                      <a:r>
                        <a:rPr lang="en-US" sz="1050" dirty="0">
                          <a:solidFill>
                            <a:srgbClr val="050505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Text 6</a:t>
                      </a:r>
                      <a:endParaRPr lang="en-US" sz="105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0" marR="76200" marT="63500" marB="114300" anchor="t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9DC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76072" y="320040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b">
            <a:normAutofit/>
          </a:bodyPr>
          <a:lstStyle/>
          <a:p>
            <a:pPr indent="0" marL="0">
              <a:buNone/>
            </a:pPr>
            <a:r>
              <a:rPr lang="en-US" sz="1400" dirty="0">
                <a:solidFill>
                  <a:srgbClr val="050505"/>
                </a:solidFill>
                <a:latin typeface="Yu Mincho Demibold" pitchFamily="34" charset="0"/>
                <a:ea typeface="Yu Mincho Demibold" pitchFamily="34" charset="-122"/>
                <a:cs typeface="Yu Mincho Demibold" pitchFamily="34" charset="-120"/>
              </a:rPr>
              <a:t>スライド型カタログ</a:t>
            </a:r>
            <a:endParaRPr lang="en-US" sz="1400" dirty="0"/>
          </a:p>
        </p:txBody>
      </p:sp>
      <p:sp>
        <p:nvSpPr>
          <p:cNvPr id="3" name="Text 1"/>
          <p:cNvSpPr/>
          <p:nvPr/>
        </p:nvSpPr>
        <p:spPr>
          <a:xfrm>
            <a:off x="7043623" y="411480"/>
            <a:ext cx="4572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800" dirty="0">
                <a:solidFill>
                  <a:srgbClr val="666B70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11  SCENARIO_TABLE</a:t>
            </a:r>
            <a:endParaRPr lang="en-US" sz="800" dirty="0"/>
          </a:p>
        </p:txBody>
      </p:sp>
      <p:sp>
        <p:nvSpPr>
          <p:cNvPr id="4" name="Shape 2"/>
          <p:cNvSpPr/>
          <p:nvPr/>
        </p:nvSpPr>
        <p:spPr>
          <a:xfrm>
            <a:off x="576072" y="784555"/>
            <a:ext cx="11039551" cy="0"/>
          </a:xfrm>
          <a:prstGeom prst="line">
            <a:avLst/>
          </a:prstGeom>
          <a:noFill/>
          <a:ln w="13970">
            <a:solidFill>
              <a:srgbClr val="050505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576072" y="914400"/>
            <a:ext cx="11039551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2200" dirty="0">
                <a:solidFill>
                  <a:srgbClr val="050505"/>
                </a:solidFill>
                <a:latin typeface="Yu Mincho Demibold" pitchFamily="34" charset="0"/>
                <a:ea typeface="Yu Mincho Demibold" pitchFamily="34" charset="-122"/>
                <a:cs typeface="Yu Mincho Demibold" pitchFamily="34" charset="-120"/>
              </a:rPr>
              <a:t>シナリオ比較表</a:t>
            </a:r>
            <a:endParaRPr lang="en-US" sz="2200" dirty="0"/>
          </a:p>
        </p:txBody>
      </p:sp>
      <p:sp>
        <p:nvSpPr>
          <p:cNvPr id="6" name="Text 4"/>
          <p:cNvSpPr/>
          <p:nvPr/>
        </p:nvSpPr>
        <p:spPr>
          <a:xfrm>
            <a:off x="576072" y="6245352"/>
            <a:ext cx="89611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750" dirty="0">
                <a:solidFill>
                  <a:srgbClr val="666B70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注：前提・注記を記載 出典：Source 1</a:t>
            </a:r>
            <a:endParaRPr lang="en-US" sz="750" dirty="0"/>
          </a:p>
        </p:txBody>
      </p:sp>
      <p:sp>
        <p:nvSpPr>
          <p:cNvPr id="7" name="Shape 5"/>
          <p:cNvSpPr/>
          <p:nvPr/>
        </p:nvSpPr>
        <p:spPr>
          <a:xfrm>
            <a:off x="576072" y="6483096"/>
            <a:ext cx="11039551" cy="0"/>
          </a:xfrm>
          <a:prstGeom prst="line">
            <a:avLst/>
          </a:prstGeom>
          <a:noFill/>
          <a:ln w="8890">
            <a:solidFill>
              <a:srgbClr val="D9DCDF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576072" y="6565392"/>
            <a:ext cx="54864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850" b="1" dirty="0">
                <a:solidFill>
                  <a:srgbClr val="050505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スライド型カタログ</a:t>
            </a:r>
            <a:endParaRPr lang="en-US" sz="850" dirty="0"/>
          </a:p>
        </p:txBody>
      </p:sp>
      <p:sp>
        <p:nvSpPr>
          <p:cNvPr id="9" name="Text 7"/>
          <p:cNvSpPr/>
          <p:nvPr/>
        </p:nvSpPr>
        <p:spPr>
          <a:xfrm>
            <a:off x="11249863" y="6565392"/>
            <a:ext cx="3657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666B70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12</a:t>
            </a:r>
            <a:endParaRPr lang="en-US" sz="750" dirty="0"/>
          </a:p>
        </p:txBody>
      </p:sp>
      <p:graphicFrame>
        <p:nvGraphicFramePr>
          <p:cNvPr id="13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76072" y="2029968"/>
          <a:ext cx="11091672" cy="914400"/>
        </p:xfrm>
        <a:graphic>
          <a:graphicData uri="http://schemas.openxmlformats.org/drawingml/2006/table">
            <a:tbl>
              <a:tblPr/>
              <a:tblGrid>
                <a:gridCol w="1554480"/>
                <a:gridCol w="1737360"/>
                <a:gridCol w="3931920"/>
                <a:gridCol w="3867912"/>
              </a:tblGrid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b="1" dirty="0">
                          <a:solidFill>
                            <a:srgbClr val="050505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シナリオ</a:t>
                      </a:r>
                      <a:endParaRPr lang="en-US" sz="125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0" marR="76200" marT="63500" marB="114300" anchor="t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5240" cap="flat" cmpd="sng" algn="ctr">
                      <a:solidFill>
                        <a:srgbClr val="05050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b="1" dirty="0">
                          <a:solidFill>
                            <a:srgbClr val="050505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結果</a:t>
                      </a:r>
                      <a:endParaRPr lang="en-US" sz="125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0" marR="76200" marT="63500" marB="114300" anchor="t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5240" cap="flat" cmpd="sng" algn="ctr">
                      <a:solidFill>
                        <a:srgbClr val="05050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b="1" dirty="0">
                          <a:solidFill>
                            <a:srgbClr val="050505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置いた前提</a:t>
                      </a:r>
                      <a:endParaRPr lang="en-US" sz="125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0" marR="76200" marT="63500" marB="114300" anchor="t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5240" cap="flat" cmpd="sng" algn="ctr">
                      <a:solidFill>
                        <a:srgbClr val="05050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b="1" dirty="0">
                          <a:solidFill>
                            <a:srgbClr val="050505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経営の打ち手</a:t>
                      </a:r>
                      <a:endParaRPr lang="en-US" sz="125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0" marR="76200" marT="63500" marB="114300" anchor="t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5240" cap="flat" cmpd="sng" algn="ctr">
                      <a:solidFill>
                        <a:srgbClr val="05050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050505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ラベル1</a:t>
                      </a:r>
                      <a:endParaRPr lang="en-US" sz="105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0" marR="76200" marT="63500" marB="114300" anchor="t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9DC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1E5F8C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Text 1</a:t>
                      </a:r>
                      <a:endParaRPr lang="en-US" sz="105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0" marR="76200" marT="63500" marB="114300" anchor="t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9DC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marL="127000" indent="-127000">
                        <a:buSzPct val="100000"/>
                        <a:buChar char="•"/>
                      </a:pPr>
                      <a:r>
                        <a:rPr lang="en-US" sz="1050" dirty="0">
                          <a:solidFill>
                            <a:srgbClr val="050505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前提1-1：TextをTextと置く</a:t>
                      </a:r>
                      <a:endParaRPr lang="en-US" sz="105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  <a:p>
                      <a:pPr algn="l" marL="127000" indent="-127000">
                        <a:buSzPct val="100000"/>
                        <a:buChar char="•"/>
                      </a:pPr>
                      <a:r>
                        <a:rPr lang="en-US" sz="1050" dirty="0">
                          <a:solidFill>
                            <a:srgbClr val="050505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前提1-2：Textは変わらないとする</a:t>
                      </a:r>
                      <a:endParaRPr lang="en-US" sz="105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0" marR="76200" marT="63500" marB="114300" anchor="t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9DC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marL="127000" indent="-127000">
                        <a:buSzPct val="100000"/>
                        <a:buChar char="•"/>
                      </a:pPr>
                      <a:r>
                        <a:rPr lang="en-US" sz="1050" dirty="0">
                          <a:solidFill>
                            <a:srgbClr val="050505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Text 1をText 2まで積み増す</a:t>
                      </a:r>
                      <a:endParaRPr lang="en-US" sz="105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  <a:p>
                      <a:pPr algn="l" marL="127000" indent="-127000">
                        <a:buSzPct val="100000"/>
                        <a:buChar char="•"/>
                      </a:pPr>
                      <a:r>
                        <a:rPr lang="en-US" sz="1050" dirty="0">
                          <a:solidFill>
                            <a:srgbClr val="050505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Text 3の判断をN月に前倒す</a:t>
                      </a:r>
                      <a:endParaRPr lang="en-US" sz="105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0" marR="76200" marT="63500" marB="114300" anchor="t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9DC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050505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ラベル2</a:t>
                      </a:r>
                      <a:endParaRPr lang="en-US" sz="105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0" marR="76200" marT="63500" marB="114300" anchor="t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9DC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1E5F8C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Text 4</a:t>
                      </a:r>
                      <a:endParaRPr lang="en-US" sz="105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0" marR="76200" marT="63500" marB="114300" anchor="t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9DC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marL="127000" indent="-127000">
                        <a:buSzPct val="100000"/>
                        <a:buChar char="•"/>
                      </a:pPr>
                      <a:r>
                        <a:rPr lang="en-US" sz="1050" dirty="0">
                          <a:solidFill>
                            <a:srgbClr val="050505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前提2-1：TextをTextと置く</a:t>
                      </a:r>
                      <a:endParaRPr lang="en-US" sz="105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  <a:p>
                      <a:pPr algn="l" marL="127000" indent="-127000">
                        <a:buSzPct val="100000"/>
                        <a:buChar char="•"/>
                      </a:pPr>
                      <a:r>
                        <a:rPr lang="en-US" sz="1050" dirty="0">
                          <a:solidFill>
                            <a:srgbClr val="050505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前提2-2：Textは変わらないとする</a:t>
                      </a:r>
                      <a:endParaRPr lang="en-US" sz="105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0" marR="76200" marT="63500" marB="114300" anchor="t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9DC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marL="127000" indent="-127000">
                        <a:buSzPct val="100000"/>
                        <a:buChar char="•"/>
                      </a:pPr>
                      <a:r>
                        <a:rPr lang="en-US" sz="1050" dirty="0">
                          <a:solidFill>
                            <a:srgbClr val="050505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Text 4をText 5まで積み増す</a:t>
                      </a:r>
                      <a:endParaRPr lang="en-US" sz="105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  <a:p>
                      <a:pPr algn="l" marL="127000" indent="-127000">
                        <a:buSzPct val="100000"/>
                        <a:buChar char="•"/>
                      </a:pPr>
                      <a:r>
                        <a:rPr lang="en-US" sz="1050" dirty="0">
                          <a:solidFill>
                            <a:srgbClr val="050505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Text 6の判断をN月に前倒す</a:t>
                      </a:r>
                      <a:endParaRPr lang="en-US" sz="105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0" marR="76200" marT="63500" marB="114300" anchor="t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9DC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050505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ラベル3</a:t>
                      </a:r>
                      <a:endParaRPr lang="en-US" sz="105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0" marR="76200" marT="63500" marB="114300" anchor="t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9DC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1E5F8C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Text 7</a:t>
                      </a:r>
                      <a:endParaRPr lang="en-US" sz="105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0" marR="76200" marT="63500" marB="114300" anchor="t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9DC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marL="127000" indent="-127000">
                        <a:buSzPct val="100000"/>
                        <a:buChar char="•"/>
                      </a:pPr>
                      <a:r>
                        <a:rPr lang="en-US" sz="1050" dirty="0">
                          <a:solidFill>
                            <a:srgbClr val="050505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前提3-1：TextをTextと置く</a:t>
                      </a:r>
                      <a:endParaRPr lang="en-US" sz="105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  <a:p>
                      <a:pPr algn="l" marL="127000" indent="-127000">
                        <a:buSzPct val="100000"/>
                        <a:buChar char="•"/>
                      </a:pPr>
                      <a:r>
                        <a:rPr lang="en-US" sz="1050" dirty="0">
                          <a:solidFill>
                            <a:srgbClr val="050505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前提3-2：Textは変わらないとする</a:t>
                      </a:r>
                      <a:endParaRPr lang="en-US" sz="105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0" marR="76200" marT="63500" marB="114300" anchor="t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9DC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marL="127000" indent="-127000">
                        <a:buSzPct val="100000"/>
                        <a:buChar char="•"/>
                      </a:pPr>
                      <a:r>
                        <a:rPr lang="en-US" sz="1050" dirty="0">
                          <a:solidFill>
                            <a:srgbClr val="050505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Text 7をText 8まで積み増す</a:t>
                      </a:r>
                      <a:endParaRPr lang="en-US" sz="105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  <a:p>
                      <a:pPr algn="l" marL="127000" indent="-127000">
                        <a:buSzPct val="100000"/>
                        <a:buChar char="•"/>
                      </a:pPr>
                      <a:r>
                        <a:rPr lang="en-US" sz="1050" dirty="0">
                          <a:solidFill>
                            <a:srgbClr val="050505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Text 9の判断をN月に前倒す</a:t>
                      </a:r>
                      <a:endParaRPr lang="en-US" sz="105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0" marR="76200" marT="63500" marB="114300" anchor="t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9DC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76072" y="320040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b">
            <a:normAutofit/>
          </a:bodyPr>
          <a:lstStyle/>
          <a:p>
            <a:pPr indent="0" marL="0">
              <a:buNone/>
            </a:pPr>
            <a:r>
              <a:rPr lang="en-US" sz="1400" dirty="0">
                <a:solidFill>
                  <a:srgbClr val="050505"/>
                </a:solidFill>
                <a:latin typeface="Yu Mincho Demibold" pitchFamily="34" charset="0"/>
                <a:ea typeface="Yu Mincho Demibold" pitchFamily="34" charset="-122"/>
                <a:cs typeface="Yu Mincho Demibold" pitchFamily="34" charset="-120"/>
              </a:rPr>
              <a:t>スライド型カタログ</a:t>
            </a:r>
            <a:endParaRPr lang="en-US" sz="1400" dirty="0"/>
          </a:p>
        </p:txBody>
      </p:sp>
      <p:sp>
        <p:nvSpPr>
          <p:cNvPr id="3" name="Text 1"/>
          <p:cNvSpPr/>
          <p:nvPr/>
        </p:nvSpPr>
        <p:spPr>
          <a:xfrm>
            <a:off x="7043623" y="411480"/>
            <a:ext cx="4572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800" dirty="0">
                <a:solidFill>
                  <a:srgbClr val="666B70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12  RISK_TABLE</a:t>
            </a:r>
            <a:endParaRPr lang="en-US" sz="800" dirty="0"/>
          </a:p>
        </p:txBody>
      </p:sp>
      <p:sp>
        <p:nvSpPr>
          <p:cNvPr id="4" name="Shape 2"/>
          <p:cNvSpPr/>
          <p:nvPr/>
        </p:nvSpPr>
        <p:spPr>
          <a:xfrm>
            <a:off x="576072" y="784555"/>
            <a:ext cx="11039551" cy="0"/>
          </a:xfrm>
          <a:prstGeom prst="line">
            <a:avLst/>
          </a:prstGeom>
          <a:noFill/>
          <a:ln w="13970">
            <a:solidFill>
              <a:srgbClr val="050505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576072" y="914400"/>
            <a:ext cx="11039551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2200" dirty="0">
                <a:solidFill>
                  <a:srgbClr val="050505"/>
                </a:solidFill>
                <a:latin typeface="Yu Mincho Demibold" pitchFamily="34" charset="0"/>
                <a:ea typeface="Yu Mincho Demibold" pitchFamily="34" charset="-122"/>
                <a:cs typeface="Yu Mincho Demibold" pitchFamily="34" charset="-120"/>
              </a:rPr>
              <a:t>リスク一覧表</a:t>
            </a:r>
            <a:endParaRPr lang="en-US" sz="2200" dirty="0"/>
          </a:p>
        </p:txBody>
      </p:sp>
      <p:sp>
        <p:nvSpPr>
          <p:cNvPr id="6" name="Text 4"/>
          <p:cNvSpPr/>
          <p:nvPr/>
        </p:nvSpPr>
        <p:spPr>
          <a:xfrm>
            <a:off x="576072" y="6245352"/>
            <a:ext cx="89611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750" dirty="0">
                <a:solidFill>
                  <a:srgbClr val="666B70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出典：Source 1</a:t>
            </a:r>
            <a:endParaRPr lang="en-US" sz="750" dirty="0"/>
          </a:p>
        </p:txBody>
      </p:sp>
      <p:sp>
        <p:nvSpPr>
          <p:cNvPr id="7" name="Shape 5"/>
          <p:cNvSpPr/>
          <p:nvPr/>
        </p:nvSpPr>
        <p:spPr>
          <a:xfrm>
            <a:off x="576072" y="6483096"/>
            <a:ext cx="11039551" cy="0"/>
          </a:xfrm>
          <a:prstGeom prst="line">
            <a:avLst/>
          </a:prstGeom>
          <a:noFill/>
          <a:ln w="8890">
            <a:solidFill>
              <a:srgbClr val="D9DCDF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576072" y="6565392"/>
            <a:ext cx="54864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850" b="1" dirty="0">
                <a:solidFill>
                  <a:srgbClr val="050505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スライド型カタログ</a:t>
            </a:r>
            <a:endParaRPr lang="en-US" sz="850" dirty="0"/>
          </a:p>
        </p:txBody>
      </p:sp>
      <p:sp>
        <p:nvSpPr>
          <p:cNvPr id="9" name="Text 7"/>
          <p:cNvSpPr/>
          <p:nvPr/>
        </p:nvSpPr>
        <p:spPr>
          <a:xfrm>
            <a:off x="11249863" y="6565392"/>
            <a:ext cx="3657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666B70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13</a:t>
            </a:r>
            <a:endParaRPr lang="en-US" sz="750" dirty="0"/>
          </a:p>
        </p:txBody>
      </p:sp>
      <p:graphicFrame>
        <p:nvGraphicFramePr>
          <p:cNvPr id="1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76072" y="2029968"/>
          <a:ext cx="11091672" cy="914400"/>
        </p:xfrm>
        <a:graphic>
          <a:graphicData uri="http://schemas.openxmlformats.org/drawingml/2006/table">
            <a:tbl>
              <a:tblPr/>
              <a:tblGrid>
                <a:gridCol w="2834640"/>
                <a:gridCol w="2560320"/>
                <a:gridCol w="4572000"/>
                <a:gridCol w="1124712"/>
              </a:tblGrid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b="1" dirty="0">
                          <a:solidFill>
                            <a:srgbClr val="050505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リスク</a:t>
                      </a:r>
                      <a:endParaRPr lang="en-US" sz="125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0" marR="76200" marT="63500" marB="114300" anchor="t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5240" cap="flat" cmpd="sng" algn="ctr">
                      <a:solidFill>
                        <a:srgbClr val="05050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b="1" dirty="0">
                          <a:solidFill>
                            <a:srgbClr val="050505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見るべき兆候</a:t>
                      </a:r>
                      <a:endParaRPr lang="en-US" sz="125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0" marR="76200" marT="63500" marB="114300" anchor="t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5240" cap="flat" cmpd="sng" algn="ctr">
                      <a:solidFill>
                        <a:srgbClr val="05050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b="1" dirty="0">
                          <a:solidFill>
                            <a:srgbClr val="050505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打ち手</a:t>
                      </a:r>
                      <a:endParaRPr lang="en-US" sz="125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0" marR="76200" marT="63500" marB="114300" anchor="t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5240" cap="flat" cmpd="sng" algn="ctr">
                      <a:solidFill>
                        <a:srgbClr val="05050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b="1" dirty="0">
                          <a:solidFill>
                            <a:srgbClr val="050505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担当</a:t>
                      </a:r>
                      <a:endParaRPr lang="en-US" sz="125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0" marR="76200" marT="63500" marB="114300" anchor="t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5240" cap="flat" cmpd="sng" algn="ctr">
                      <a:solidFill>
                        <a:srgbClr val="05050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050505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Text 1</a:t>
                      </a:r>
                      <a:endParaRPr lang="en-US" sz="105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0" marR="76200" marT="63500" marB="114300" anchor="t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9DC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marL="127000" indent="-127000">
                        <a:buSzPct val="100000"/>
                        <a:buChar char="•"/>
                      </a:pPr>
                      <a:r>
                        <a:rPr lang="en-US" sz="1050" dirty="0">
                          <a:solidFill>
                            <a:srgbClr val="050505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Text 1がNを下回る</a:t>
                      </a:r>
                      <a:endParaRPr lang="en-US" sz="105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  <a:p>
                      <a:pPr algn="l" marL="127000" indent="-127000">
                        <a:buSzPct val="100000"/>
                        <a:buChar char="•"/>
                      </a:pPr>
                      <a:r>
                        <a:rPr lang="en-US" sz="1050" dirty="0">
                          <a:solidFill>
                            <a:srgbClr val="050505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Text 2のNがNか月続く</a:t>
                      </a:r>
                      <a:endParaRPr lang="en-US" sz="105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0" marR="76200" marT="63500" marB="114300" anchor="t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9DC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marL="127000" indent="-127000">
                        <a:buSzPct val="100000"/>
                        <a:buChar char="•"/>
                      </a:pPr>
                      <a:r>
                        <a:rPr lang="en-US" sz="1050" dirty="0">
                          <a:solidFill>
                            <a:srgbClr val="050505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Text 3を先に確保する</a:t>
                      </a:r>
                      <a:endParaRPr lang="en-US" sz="105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  <a:p>
                      <a:pPr algn="l" marL="127000" indent="-127000">
                        <a:buSzPct val="100000"/>
                        <a:buChar char="•"/>
                      </a:pPr>
                      <a:r>
                        <a:rPr lang="en-US" sz="1050" dirty="0">
                          <a:solidFill>
                            <a:srgbClr val="050505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Text 4の代替案を用意する</a:t>
                      </a:r>
                      <a:endParaRPr lang="en-US" sz="105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0" marR="76200" marT="63500" marB="114300" anchor="t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9DC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050505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ラベル1</a:t>
                      </a:r>
                      <a:endParaRPr lang="en-US" sz="105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0" marR="76200" marT="63500" marB="114300" anchor="t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9DC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050505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Text 4</a:t>
                      </a:r>
                      <a:endParaRPr lang="en-US" sz="105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0" marR="76200" marT="63500" marB="114300" anchor="t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9DC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marL="127000" indent="-127000">
                        <a:buSzPct val="100000"/>
                        <a:buChar char="•"/>
                      </a:pPr>
                      <a:r>
                        <a:rPr lang="en-US" sz="1050" dirty="0">
                          <a:solidFill>
                            <a:srgbClr val="050505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Text 5がNを下回る</a:t>
                      </a:r>
                      <a:endParaRPr lang="en-US" sz="105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  <a:p>
                      <a:pPr algn="l" marL="127000" indent="-127000">
                        <a:buSzPct val="100000"/>
                        <a:buChar char="•"/>
                      </a:pPr>
                      <a:r>
                        <a:rPr lang="en-US" sz="1050" dirty="0">
                          <a:solidFill>
                            <a:srgbClr val="050505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Text 6のNがNか月続く</a:t>
                      </a:r>
                      <a:endParaRPr lang="en-US" sz="105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0" marR="76200" marT="63500" marB="114300" anchor="t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9DC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marL="127000" indent="-127000">
                        <a:buSzPct val="100000"/>
                        <a:buChar char="•"/>
                      </a:pPr>
                      <a:r>
                        <a:rPr lang="en-US" sz="1050" dirty="0">
                          <a:solidFill>
                            <a:srgbClr val="050505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Text 7を先に確保する</a:t>
                      </a:r>
                      <a:endParaRPr lang="en-US" sz="105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  <a:p>
                      <a:pPr algn="l" marL="127000" indent="-127000">
                        <a:buSzPct val="100000"/>
                        <a:buChar char="•"/>
                      </a:pPr>
                      <a:r>
                        <a:rPr lang="en-US" sz="1050" dirty="0">
                          <a:solidFill>
                            <a:srgbClr val="050505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Text 8の代替案を用意する</a:t>
                      </a:r>
                      <a:endParaRPr lang="en-US" sz="105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0" marR="76200" marT="63500" marB="114300" anchor="t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9DC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050505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ラベル2</a:t>
                      </a:r>
                      <a:endParaRPr lang="en-US" sz="105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0" marR="76200" marT="63500" marB="114300" anchor="t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9DC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050505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Text 7</a:t>
                      </a:r>
                      <a:endParaRPr lang="en-US" sz="105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0" marR="76200" marT="63500" marB="114300" anchor="t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9DC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marL="127000" indent="-127000">
                        <a:buSzPct val="100000"/>
                        <a:buChar char="•"/>
                      </a:pPr>
                      <a:r>
                        <a:rPr lang="en-US" sz="1050" dirty="0">
                          <a:solidFill>
                            <a:srgbClr val="050505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Text 9がNを下回る</a:t>
                      </a:r>
                      <a:endParaRPr lang="en-US" sz="105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  <a:p>
                      <a:pPr algn="l" marL="127000" indent="-127000">
                        <a:buSzPct val="100000"/>
                        <a:buChar char="•"/>
                      </a:pPr>
                      <a:r>
                        <a:rPr lang="en-US" sz="1050" dirty="0">
                          <a:solidFill>
                            <a:srgbClr val="050505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Text 10のNがNか月続く</a:t>
                      </a:r>
                      <a:endParaRPr lang="en-US" sz="105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0" marR="76200" marT="63500" marB="114300" anchor="t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9DC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marL="127000" indent="-127000">
                        <a:buSzPct val="100000"/>
                        <a:buChar char="•"/>
                      </a:pPr>
                      <a:r>
                        <a:rPr lang="en-US" sz="1050" dirty="0">
                          <a:solidFill>
                            <a:srgbClr val="050505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Text 11を先に確保する</a:t>
                      </a:r>
                      <a:endParaRPr lang="en-US" sz="105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  <a:p>
                      <a:pPr algn="l" marL="127000" indent="-127000">
                        <a:buSzPct val="100000"/>
                        <a:buChar char="•"/>
                      </a:pPr>
                      <a:r>
                        <a:rPr lang="en-US" sz="1050" dirty="0">
                          <a:solidFill>
                            <a:srgbClr val="050505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Text 12の代替案を用意する</a:t>
                      </a:r>
                      <a:endParaRPr lang="en-US" sz="105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0" marR="76200" marT="63500" marB="114300" anchor="t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9DC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050505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ラベル3</a:t>
                      </a:r>
                      <a:endParaRPr lang="en-US" sz="105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0" marR="76200" marT="63500" marB="114300" anchor="t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9DC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76072" y="320040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b">
            <a:normAutofit/>
          </a:bodyPr>
          <a:lstStyle/>
          <a:p>
            <a:pPr indent="0" marL="0">
              <a:buNone/>
            </a:pPr>
            <a:r>
              <a:rPr lang="en-US" sz="1400" dirty="0">
                <a:solidFill>
                  <a:srgbClr val="050505"/>
                </a:solidFill>
                <a:latin typeface="Yu Mincho Demibold" pitchFamily="34" charset="0"/>
                <a:ea typeface="Yu Mincho Demibold" pitchFamily="34" charset="-122"/>
                <a:cs typeface="Yu Mincho Demibold" pitchFamily="34" charset="-120"/>
              </a:rPr>
              <a:t>スライド型カタログ</a:t>
            </a:r>
            <a:endParaRPr lang="en-US" sz="1400" dirty="0"/>
          </a:p>
        </p:txBody>
      </p:sp>
      <p:sp>
        <p:nvSpPr>
          <p:cNvPr id="3" name="Text 1"/>
          <p:cNvSpPr/>
          <p:nvPr/>
        </p:nvSpPr>
        <p:spPr>
          <a:xfrm>
            <a:off x="7043623" y="411480"/>
            <a:ext cx="4572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800" dirty="0">
                <a:solidFill>
                  <a:srgbClr val="666B70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13  HORIZONTAL_AXIS_TABLE</a:t>
            </a:r>
            <a:endParaRPr lang="en-US" sz="800" dirty="0"/>
          </a:p>
        </p:txBody>
      </p:sp>
      <p:sp>
        <p:nvSpPr>
          <p:cNvPr id="4" name="Shape 2"/>
          <p:cNvSpPr/>
          <p:nvPr/>
        </p:nvSpPr>
        <p:spPr>
          <a:xfrm>
            <a:off x="576072" y="784555"/>
            <a:ext cx="11039551" cy="0"/>
          </a:xfrm>
          <a:prstGeom prst="line">
            <a:avLst/>
          </a:prstGeom>
          <a:noFill/>
          <a:ln w="13970">
            <a:solidFill>
              <a:srgbClr val="050505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576072" y="914400"/>
            <a:ext cx="11039551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2200" dirty="0">
                <a:solidFill>
                  <a:srgbClr val="050505"/>
                </a:solidFill>
                <a:latin typeface="Yu Mincho Demibold" pitchFamily="34" charset="0"/>
                <a:ea typeface="Yu Mincho Demibold" pitchFamily="34" charset="-122"/>
                <a:cs typeface="Yu Mincho Demibold" pitchFamily="34" charset="-120"/>
              </a:rPr>
              <a:t>横軸評価表</a:t>
            </a:r>
            <a:endParaRPr lang="en-US" sz="2200" dirty="0"/>
          </a:p>
        </p:txBody>
      </p:sp>
      <p:sp>
        <p:nvSpPr>
          <p:cNvPr id="6" name="Text 4"/>
          <p:cNvSpPr/>
          <p:nvPr/>
        </p:nvSpPr>
        <p:spPr>
          <a:xfrm>
            <a:off x="576072" y="6245352"/>
            <a:ext cx="89611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750" dirty="0">
                <a:solidFill>
                  <a:srgbClr val="666B70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出典：Source 1</a:t>
            </a:r>
            <a:endParaRPr lang="en-US" sz="750" dirty="0"/>
          </a:p>
        </p:txBody>
      </p:sp>
      <p:sp>
        <p:nvSpPr>
          <p:cNvPr id="7" name="Shape 5"/>
          <p:cNvSpPr/>
          <p:nvPr/>
        </p:nvSpPr>
        <p:spPr>
          <a:xfrm>
            <a:off x="576072" y="6483096"/>
            <a:ext cx="11039551" cy="0"/>
          </a:xfrm>
          <a:prstGeom prst="line">
            <a:avLst/>
          </a:prstGeom>
          <a:noFill/>
          <a:ln w="8890">
            <a:solidFill>
              <a:srgbClr val="D9DCDF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576072" y="6565392"/>
            <a:ext cx="54864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850" b="1" dirty="0">
                <a:solidFill>
                  <a:srgbClr val="050505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スライド型カタログ</a:t>
            </a:r>
            <a:endParaRPr lang="en-US" sz="850" dirty="0"/>
          </a:p>
        </p:txBody>
      </p:sp>
      <p:sp>
        <p:nvSpPr>
          <p:cNvPr id="9" name="Text 7"/>
          <p:cNvSpPr/>
          <p:nvPr/>
        </p:nvSpPr>
        <p:spPr>
          <a:xfrm>
            <a:off x="11249863" y="6565392"/>
            <a:ext cx="3657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666B70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14</a:t>
            </a:r>
            <a:endParaRPr lang="en-US" sz="750" dirty="0"/>
          </a:p>
        </p:txBody>
      </p:sp>
      <p:sp>
        <p:nvSpPr>
          <p:cNvPr id="10" name="Text 8"/>
          <p:cNvSpPr/>
          <p:nvPr/>
        </p:nvSpPr>
        <p:spPr>
          <a:xfrm>
            <a:off x="576072" y="2075688"/>
            <a:ext cx="11039551" cy="274320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t">
            <a:normAutofit/>
          </a:bodyPr>
          <a:lstStyle/>
          <a:p>
            <a:pPr algn="l" indent="0" marL="0">
              <a:buNone/>
            </a:pPr>
            <a:r>
              <a:rPr lang="en-US" sz="1250" b="1" dirty="0">
                <a:solidFill>
                  <a:srgbClr val="050505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●  網掛けの行＝Text 1（この行だけ立てている理由を1行で）</a:t>
            </a:r>
            <a:endParaRPr lang="en-US" sz="1250" dirty="0"/>
          </a:p>
        </p:txBody>
      </p:sp>
      <p:sp>
        <p:nvSpPr>
          <p:cNvPr id="11" name="Shape 9"/>
          <p:cNvSpPr/>
          <p:nvPr/>
        </p:nvSpPr>
        <p:spPr>
          <a:xfrm>
            <a:off x="576072" y="2404872"/>
            <a:ext cx="11039551" cy="0"/>
          </a:xfrm>
          <a:prstGeom prst="line">
            <a:avLst/>
          </a:prstGeom>
          <a:noFill/>
          <a:ln w="7620">
            <a:solidFill>
              <a:srgbClr val="666B70"/>
            </a:solidFill>
            <a:prstDash val="sysDot"/>
          </a:ln>
        </p:spPr>
      </p:sp>
      <p:sp>
        <p:nvSpPr>
          <p:cNvPr id="12" name="Text 10"/>
          <p:cNvSpPr/>
          <p:nvPr/>
        </p:nvSpPr>
        <p:spPr>
          <a:xfrm>
            <a:off x="576072" y="2578608"/>
            <a:ext cx="1304814" cy="274320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t">
            <a:normAutofit/>
          </a:bodyPr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50505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列見出し1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576072" y="2926080"/>
            <a:ext cx="1304814" cy="0"/>
          </a:xfrm>
          <a:prstGeom prst="line">
            <a:avLst/>
          </a:prstGeom>
          <a:noFill/>
          <a:ln w="20320">
            <a:solidFill>
              <a:srgbClr val="050505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2063766" y="2578608"/>
            <a:ext cx="2740110" cy="274320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t">
            <a:normAutofit/>
          </a:bodyPr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50505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列見出し2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2063766" y="2926080"/>
            <a:ext cx="2740110" cy="0"/>
          </a:xfrm>
          <a:prstGeom prst="line">
            <a:avLst/>
          </a:prstGeom>
          <a:noFill/>
          <a:ln w="20320">
            <a:solidFill>
              <a:srgbClr val="050505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4986756" y="2578608"/>
            <a:ext cx="3001072" cy="274320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t">
            <a:normAutofit/>
          </a:bodyPr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50505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列見出し3</a:t>
            </a:r>
            <a:endParaRPr lang="en-US" sz="1200" dirty="0"/>
          </a:p>
        </p:txBody>
      </p:sp>
      <p:sp>
        <p:nvSpPr>
          <p:cNvPr id="17" name="Shape 15"/>
          <p:cNvSpPr/>
          <p:nvPr/>
        </p:nvSpPr>
        <p:spPr>
          <a:xfrm>
            <a:off x="4986756" y="2926080"/>
            <a:ext cx="3001072" cy="0"/>
          </a:xfrm>
          <a:prstGeom prst="line">
            <a:avLst/>
          </a:prstGeom>
          <a:noFill/>
          <a:ln w="20320">
            <a:solidFill>
              <a:srgbClr val="050505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8170708" y="2578608"/>
            <a:ext cx="1565777" cy="274320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t">
            <a:normAutofit/>
          </a:bodyPr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50505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列見出し4</a:t>
            </a:r>
            <a:endParaRPr lang="en-US" sz="1200" dirty="0"/>
          </a:p>
        </p:txBody>
      </p:sp>
      <p:sp>
        <p:nvSpPr>
          <p:cNvPr id="19" name="Shape 17"/>
          <p:cNvSpPr/>
          <p:nvPr/>
        </p:nvSpPr>
        <p:spPr>
          <a:xfrm>
            <a:off x="8170708" y="2926080"/>
            <a:ext cx="1565777" cy="0"/>
          </a:xfrm>
          <a:prstGeom prst="line">
            <a:avLst/>
          </a:prstGeom>
          <a:noFill/>
          <a:ln w="20320">
            <a:solidFill>
              <a:srgbClr val="050505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9919365" y="2578608"/>
            <a:ext cx="1696258" cy="274320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t">
            <a:normAutofit/>
          </a:bodyPr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50505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列見出し5</a:t>
            </a:r>
            <a:endParaRPr lang="en-US" sz="1200" dirty="0"/>
          </a:p>
        </p:txBody>
      </p:sp>
      <p:sp>
        <p:nvSpPr>
          <p:cNvPr id="21" name="Shape 19"/>
          <p:cNvSpPr/>
          <p:nvPr/>
        </p:nvSpPr>
        <p:spPr>
          <a:xfrm>
            <a:off x="9919365" y="2926080"/>
            <a:ext cx="1696258" cy="0"/>
          </a:xfrm>
          <a:prstGeom prst="line">
            <a:avLst/>
          </a:prstGeom>
          <a:noFill/>
          <a:ln w="20320">
            <a:solidFill>
              <a:srgbClr val="050505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530352" y="3044952"/>
            <a:ext cx="11130991" cy="832104"/>
          </a:xfrm>
          <a:prstGeom prst="rect">
            <a:avLst/>
          </a:prstGeom>
          <a:solidFill>
            <a:srgbClr val="E7F4F8"/>
          </a:solidFill>
          <a:ln/>
        </p:spPr>
      </p:sp>
      <p:sp>
        <p:nvSpPr>
          <p:cNvPr id="23" name="Text 21"/>
          <p:cNvSpPr/>
          <p:nvPr/>
        </p:nvSpPr>
        <p:spPr>
          <a:xfrm>
            <a:off x="576072" y="3118104"/>
            <a:ext cx="1304814" cy="758952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t">
            <a:normAutofit/>
          </a:bodyPr>
          <a:lstStyle/>
          <a:p>
            <a:pPr algn="l" indent="0" marL="0">
              <a:buNone/>
            </a:pPr>
            <a:r>
              <a:rPr lang="en-US" sz="1050" b="1" dirty="0">
                <a:solidFill>
                  <a:srgbClr val="050505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値</a:t>
            </a:r>
            <a:endParaRPr lang="en-US" sz="1050" dirty="0"/>
          </a:p>
        </p:txBody>
      </p:sp>
      <p:sp>
        <p:nvSpPr>
          <p:cNvPr id="24" name="Text 22"/>
          <p:cNvSpPr/>
          <p:nvPr/>
        </p:nvSpPr>
        <p:spPr>
          <a:xfrm>
            <a:off x="2063766" y="3118104"/>
            <a:ext cx="2740110" cy="758952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t">
            <a:normAutofit/>
          </a:bodyPr>
          <a:lstStyle/>
          <a:p>
            <a:pPr algn="l" indent="0" marL="0">
              <a:buNone/>
            </a:pPr>
            <a:r>
              <a:rPr lang="en-US" sz="1050" dirty="0">
                <a:solidFill>
                  <a:srgbClr val="050505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値</a:t>
            </a:r>
            <a:endParaRPr lang="en-US" sz="1050" dirty="0"/>
          </a:p>
        </p:txBody>
      </p:sp>
      <p:sp>
        <p:nvSpPr>
          <p:cNvPr id="25" name="Text 23"/>
          <p:cNvSpPr/>
          <p:nvPr/>
        </p:nvSpPr>
        <p:spPr>
          <a:xfrm>
            <a:off x="4986756" y="3118104"/>
            <a:ext cx="3001072" cy="758952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t">
            <a:normAutofit/>
          </a:bodyPr>
          <a:lstStyle/>
          <a:p>
            <a:pPr algn="l" indent="0" marL="0">
              <a:buNone/>
            </a:pPr>
            <a:r>
              <a:rPr lang="en-US" sz="1050" dirty="0">
                <a:solidFill>
                  <a:srgbClr val="050505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値</a:t>
            </a:r>
            <a:endParaRPr lang="en-US" sz="1050" dirty="0"/>
          </a:p>
        </p:txBody>
      </p:sp>
      <p:sp>
        <p:nvSpPr>
          <p:cNvPr id="26" name="Text 24"/>
          <p:cNvSpPr/>
          <p:nvPr/>
        </p:nvSpPr>
        <p:spPr>
          <a:xfrm>
            <a:off x="8170708" y="3118104"/>
            <a:ext cx="1565777" cy="758952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t">
            <a:normAutofit/>
          </a:bodyPr>
          <a:lstStyle/>
          <a:p>
            <a:pPr algn="l" indent="0" marL="0">
              <a:buNone/>
            </a:pPr>
            <a:r>
              <a:rPr lang="en-US" sz="1050" dirty="0">
                <a:solidFill>
                  <a:srgbClr val="050505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値</a:t>
            </a:r>
            <a:endParaRPr lang="en-US" sz="1050" dirty="0"/>
          </a:p>
        </p:txBody>
      </p:sp>
      <p:sp>
        <p:nvSpPr>
          <p:cNvPr id="27" name="Text 25"/>
          <p:cNvSpPr/>
          <p:nvPr/>
        </p:nvSpPr>
        <p:spPr>
          <a:xfrm>
            <a:off x="9919365" y="3118104"/>
            <a:ext cx="1696258" cy="758952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t">
            <a:normAutofit/>
          </a:bodyPr>
          <a:lstStyle/>
          <a:p>
            <a:pPr algn="l" indent="0" marL="0">
              <a:buNone/>
            </a:pPr>
            <a:r>
              <a:rPr lang="en-US" sz="1050" dirty="0">
                <a:solidFill>
                  <a:srgbClr val="050505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値</a:t>
            </a:r>
            <a:endParaRPr lang="en-US" sz="1050" dirty="0"/>
          </a:p>
        </p:txBody>
      </p:sp>
      <p:sp>
        <p:nvSpPr>
          <p:cNvPr id="28" name="Shape 26"/>
          <p:cNvSpPr/>
          <p:nvPr/>
        </p:nvSpPr>
        <p:spPr>
          <a:xfrm>
            <a:off x="576072" y="3913632"/>
            <a:ext cx="11039551" cy="0"/>
          </a:xfrm>
          <a:prstGeom prst="line">
            <a:avLst/>
          </a:prstGeom>
          <a:noFill/>
          <a:ln w="6350">
            <a:solidFill>
              <a:srgbClr val="D9DCDF"/>
            </a:solidFill>
            <a:prstDash val="dash"/>
          </a:ln>
        </p:spPr>
      </p:sp>
      <p:sp>
        <p:nvSpPr>
          <p:cNvPr id="29" name="Text 27"/>
          <p:cNvSpPr/>
          <p:nvPr/>
        </p:nvSpPr>
        <p:spPr>
          <a:xfrm>
            <a:off x="576072" y="3986784"/>
            <a:ext cx="1304814" cy="758952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t">
            <a:normAutofit/>
          </a:bodyPr>
          <a:lstStyle/>
          <a:p>
            <a:pPr algn="l" indent="0" marL="0">
              <a:buNone/>
            </a:pPr>
            <a:r>
              <a:rPr lang="en-US" sz="1050" b="1" dirty="0">
                <a:solidFill>
                  <a:srgbClr val="050505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値</a:t>
            </a:r>
            <a:endParaRPr lang="en-US" sz="1050" dirty="0"/>
          </a:p>
        </p:txBody>
      </p:sp>
      <p:sp>
        <p:nvSpPr>
          <p:cNvPr id="30" name="Text 28"/>
          <p:cNvSpPr/>
          <p:nvPr/>
        </p:nvSpPr>
        <p:spPr>
          <a:xfrm>
            <a:off x="2063766" y="3986784"/>
            <a:ext cx="2740110" cy="758952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t">
            <a:normAutofit/>
          </a:bodyPr>
          <a:lstStyle/>
          <a:p>
            <a:pPr algn="l" indent="0" marL="0">
              <a:buNone/>
            </a:pPr>
            <a:r>
              <a:rPr lang="en-US" sz="1050" dirty="0">
                <a:solidFill>
                  <a:srgbClr val="050505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値</a:t>
            </a:r>
            <a:endParaRPr lang="en-US" sz="1050" dirty="0"/>
          </a:p>
        </p:txBody>
      </p:sp>
      <p:sp>
        <p:nvSpPr>
          <p:cNvPr id="31" name="Text 29"/>
          <p:cNvSpPr/>
          <p:nvPr/>
        </p:nvSpPr>
        <p:spPr>
          <a:xfrm>
            <a:off x="4986756" y="3986784"/>
            <a:ext cx="3001072" cy="758952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t">
            <a:normAutofit/>
          </a:bodyPr>
          <a:lstStyle/>
          <a:p>
            <a:pPr algn="l" indent="0" marL="0">
              <a:buNone/>
            </a:pPr>
            <a:r>
              <a:rPr lang="en-US" sz="1050" dirty="0">
                <a:solidFill>
                  <a:srgbClr val="050505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値</a:t>
            </a:r>
            <a:endParaRPr lang="en-US" sz="1050" dirty="0"/>
          </a:p>
        </p:txBody>
      </p:sp>
      <p:sp>
        <p:nvSpPr>
          <p:cNvPr id="32" name="Text 30"/>
          <p:cNvSpPr/>
          <p:nvPr/>
        </p:nvSpPr>
        <p:spPr>
          <a:xfrm>
            <a:off x="8170708" y="3986784"/>
            <a:ext cx="1565777" cy="758952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t">
            <a:normAutofit/>
          </a:bodyPr>
          <a:lstStyle/>
          <a:p>
            <a:pPr algn="l" indent="0" marL="0">
              <a:buNone/>
            </a:pPr>
            <a:r>
              <a:rPr lang="en-US" sz="1050" dirty="0">
                <a:solidFill>
                  <a:srgbClr val="050505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値</a:t>
            </a:r>
            <a:endParaRPr lang="en-US" sz="1050" dirty="0"/>
          </a:p>
        </p:txBody>
      </p:sp>
      <p:sp>
        <p:nvSpPr>
          <p:cNvPr id="33" name="Text 31"/>
          <p:cNvSpPr/>
          <p:nvPr/>
        </p:nvSpPr>
        <p:spPr>
          <a:xfrm>
            <a:off x="9919365" y="3986784"/>
            <a:ext cx="1696258" cy="758952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t">
            <a:normAutofit/>
          </a:bodyPr>
          <a:lstStyle/>
          <a:p>
            <a:pPr algn="l" indent="0" marL="0">
              <a:buNone/>
            </a:pPr>
            <a:r>
              <a:rPr lang="en-US" sz="1050" dirty="0">
                <a:solidFill>
                  <a:srgbClr val="050505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値</a:t>
            </a:r>
            <a:endParaRPr lang="en-US" sz="1050" dirty="0"/>
          </a:p>
        </p:txBody>
      </p:sp>
      <p:sp>
        <p:nvSpPr>
          <p:cNvPr id="34" name="Shape 32"/>
          <p:cNvSpPr/>
          <p:nvPr/>
        </p:nvSpPr>
        <p:spPr>
          <a:xfrm>
            <a:off x="576072" y="4782312"/>
            <a:ext cx="11039551" cy="0"/>
          </a:xfrm>
          <a:prstGeom prst="line">
            <a:avLst/>
          </a:prstGeom>
          <a:noFill/>
          <a:ln w="6350">
            <a:solidFill>
              <a:srgbClr val="D9DCDF"/>
            </a:solidFill>
            <a:prstDash val="dash"/>
          </a:ln>
        </p:spPr>
      </p:sp>
      <p:sp>
        <p:nvSpPr>
          <p:cNvPr id="35" name="Text 33"/>
          <p:cNvSpPr/>
          <p:nvPr/>
        </p:nvSpPr>
        <p:spPr>
          <a:xfrm>
            <a:off x="576072" y="4855464"/>
            <a:ext cx="1304814" cy="758952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t">
            <a:normAutofit/>
          </a:bodyPr>
          <a:lstStyle/>
          <a:p>
            <a:pPr algn="l" indent="0" marL="0">
              <a:buNone/>
            </a:pPr>
            <a:r>
              <a:rPr lang="en-US" sz="1050" b="1" dirty="0">
                <a:solidFill>
                  <a:srgbClr val="050505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値</a:t>
            </a:r>
            <a:endParaRPr lang="en-US" sz="1050" dirty="0"/>
          </a:p>
        </p:txBody>
      </p:sp>
      <p:sp>
        <p:nvSpPr>
          <p:cNvPr id="36" name="Text 34"/>
          <p:cNvSpPr/>
          <p:nvPr/>
        </p:nvSpPr>
        <p:spPr>
          <a:xfrm>
            <a:off x="2063766" y="4855464"/>
            <a:ext cx="2740110" cy="758952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t">
            <a:normAutofit/>
          </a:bodyPr>
          <a:lstStyle/>
          <a:p>
            <a:pPr algn="l" indent="0" marL="0">
              <a:buNone/>
            </a:pPr>
            <a:r>
              <a:rPr lang="en-US" sz="1050" dirty="0">
                <a:solidFill>
                  <a:srgbClr val="050505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値</a:t>
            </a:r>
            <a:endParaRPr lang="en-US" sz="1050" dirty="0"/>
          </a:p>
        </p:txBody>
      </p:sp>
      <p:sp>
        <p:nvSpPr>
          <p:cNvPr id="37" name="Text 35"/>
          <p:cNvSpPr/>
          <p:nvPr/>
        </p:nvSpPr>
        <p:spPr>
          <a:xfrm>
            <a:off x="4986756" y="4855464"/>
            <a:ext cx="3001072" cy="758952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t">
            <a:normAutofit/>
          </a:bodyPr>
          <a:lstStyle/>
          <a:p>
            <a:pPr algn="l" indent="0" marL="0">
              <a:buNone/>
            </a:pPr>
            <a:r>
              <a:rPr lang="en-US" sz="1050" dirty="0">
                <a:solidFill>
                  <a:srgbClr val="050505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値</a:t>
            </a:r>
            <a:endParaRPr lang="en-US" sz="1050" dirty="0"/>
          </a:p>
        </p:txBody>
      </p:sp>
      <p:sp>
        <p:nvSpPr>
          <p:cNvPr id="38" name="Text 36"/>
          <p:cNvSpPr/>
          <p:nvPr/>
        </p:nvSpPr>
        <p:spPr>
          <a:xfrm>
            <a:off x="8170708" y="4855464"/>
            <a:ext cx="1565777" cy="758952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t">
            <a:normAutofit/>
          </a:bodyPr>
          <a:lstStyle/>
          <a:p>
            <a:pPr algn="l" indent="0" marL="0">
              <a:buNone/>
            </a:pPr>
            <a:r>
              <a:rPr lang="en-US" sz="1050" dirty="0">
                <a:solidFill>
                  <a:srgbClr val="050505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値</a:t>
            </a:r>
            <a:endParaRPr lang="en-US" sz="1050" dirty="0"/>
          </a:p>
        </p:txBody>
      </p:sp>
      <p:sp>
        <p:nvSpPr>
          <p:cNvPr id="39" name="Text 37"/>
          <p:cNvSpPr/>
          <p:nvPr/>
        </p:nvSpPr>
        <p:spPr>
          <a:xfrm>
            <a:off x="9919365" y="4855464"/>
            <a:ext cx="1696258" cy="758952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t">
            <a:normAutofit/>
          </a:bodyPr>
          <a:lstStyle/>
          <a:p>
            <a:pPr algn="l" indent="0" marL="0">
              <a:buNone/>
            </a:pPr>
            <a:r>
              <a:rPr lang="en-US" sz="1050" dirty="0">
                <a:solidFill>
                  <a:srgbClr val="050505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値</a:t>
            </a:r>
            <a:endParaRPr lang="en-US" sz="1050" dirty="0"/>
          </a:p>
        </p:txBody>
      </p:sp>
      <p:sp>
        <p:nvSpPr>
          <p:cNvPr id="40" name="Shape 38"/>
          <p:cNvSpPr/>
          <p:nvPr/>
        </p:nvSpPr>
        <p:spPr>
          <a:xfrm>
            <a:off x="576072" y="5650992"/>
            <a:ext cx="11039551" cy="0"/>
          </a:xfrm>
          <a:prstGeom prst="line">
            <a:avLst/>
          </a:prstGeom>
          <a:noFill/>
          <a:ln w="6350">
            <a:solidFill>
              <a:srgbClr val="D9DCDF"/>
            </a:solidFill>
            <a:prstDash val="dash"/>
          </a:ln>
        </p:spPr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76072" y="320040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b">
            <a:normAutofit/>
          </a:bodyPr>
          <a:lstStyle/>
          <a:p>
            <a:pPr indent="0" marL="0">
              <a:buNone/>
            </a:pPr>
            <a:r>
              <a:rPr lang="en-US" sz="1400" dirty="0">
                <a:solidFill>
                  <a:srgbClr val="050505"/>
                </a:solidFill>
                <a:latin typeface="Yu Mincho Demibold" pitchFamily="34" charset="0"/>
                <a:ea typeface="Yu Mincho Demibold" pitchFamily="34" charset="-122"/>
                <a:cs typeface="Yu Mincho Demibold" pitchFamily="34" charset="-120"/>
              </a:rPr>
              <a:t>スライド型カタログ</a:t>
            </a:r>
            <a:endParaRPr lang="en-US" sz="1400" dirty="0"/>
          </a:p>
        </p:txBody>
      </p:sp>
      <p:sp>
        <p:nvSpPr>
          <p:cNvPr id="3" name="Text 1"/>
          <p:cNvSpPr/>
          <p:nvPr/>
        </p:nvSpPr>
        <p:spPr>
          <a:xfrm>
            <a:off x="7043623" y="411480"/>
            <a:ext cx="4572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800" dirty="0">
                <a:solidFill>
                  <a:srgbClr val="666B70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14  HEATMAP_TABLE</a:t>
            </a:r>
            <a:endParaRPr lang="en-US" sz="800" dirty="0"/>
          </a:p>
        </p:txBody>
      </p:sp>
      <p:sp>
        <p:nvSpPr>
          <p:cNvPr id="4" name="Shape 2"/>
          <p:cNvSpPr/>
          <p:nvPr/>
        </p:nvSpPr>
        <p:spPr>
          <a:xfrm>
            <a:off x="576072" y="784555"/>
            <a:ext cx="11039551" cy="0"/>
          </a:xfrm>
          <a:prstGeom prst="line">
            <a:avLst/>
          </a:prstGeom>
          <a:noFill/>
          <a:ln w="13970">
            <a:solidFill>
              <a:srgbClr val="050505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576072" y="914400"/>
            <a:ext cx="11039551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2200" dirty="0">
                <a:solidFill>
                  <a:srgbClr val="050505"/>
                </a:solidFill>
                <a:latin typeface="Yu Mincho Demibold" pitchFamily="34" charset="0"/>
                <a:ea typeface="Yu Mincho Demibold" pitchFamily="34" charset="-122"/>
                <a:cs typeface="Yu Mincho Demibold" pitchFamily="34" charset="-120"/>
              </a:rPr>
              <a:t>ヒートマップ表</a:t>
            </a:r>
            <a:endParaRPr lang="en-US" sz="2200" dirty="0"/>
          </a:p>
        </p:txBody>
      </p:sp>
      <p:sp>
        <p:nvSpPr>
          <p:cNvPr id="6" name="Text 4"/>
          <p:cNvSpPr/>
          <p:nvPr/>
        </p:nvSpPr>
        <p:spPr>
          <a:xfrm>
            <a:off x="576072" y="6245352"/>
            <a:ext cx="89611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750" dirty="0">
                <a:solidFill>
                  <a:srgbClr val="666B70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出典：Source 1</a:t>
            </a:r>
            <a:endParaRPr lang="en-US" sz="750" dirty="0"/>
          </a:p>
        </p:txBody>
      </p:sp>
      <p:sp>
        <p:nvSpPr>
          <p:cNvPr id="7" name="Shape 5"/>
          <p:cNvSpPr/>
          <p:nvPr/>
        </p:nvSpPr>
        <p:spPr>
          <a:xfrm>
            <a:off x="576072" y="6483096"/>
            <a:ext cx="11039551" cy="0"/>
          </a:xfrm>
          <a:prstGeom prst="line">
            <a:avLst/>
          </a:prstGeom>
          <a:noFill/>
          <a:ln w="8890">
            <a:solidFill>
              <a:srgbClr val="D9DCDF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576072" y="6565392"/>
            <a:ext cx="54864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850" b="1" dirty="0">
                <a:solidFill>
                  <a:srgbClr val="050505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スライド型カタログ</a:t>
            </a:r>
            <a:endParaRPr lang="en-US" sz="850" dirty="0"/>
          </a:p>
        </p:txBody>
      </p:sp>
      <p:sp>
        <p:nvSpPr>
          <p:cNvPr id="9" name="Text 7"/>
          <p:cNvSpPr/>
          <p:nvPr/>
        </p:nvSpPr>
        <p:spPr>
          <a:xfrm>
            <a:off x="11249863" y="6565392"/>
            <a:ext cx="3657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666B70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15</a:t>
            </a:r>
            <a:endParaRPr lang="en-US" sz="750" dirty="0"/>
          </a:p>
        </p:txBody>
      </p:sp>
      <p:sp>
        <p:nvSpPr>
          <p:cNvPr id="10" name="Text 8"/>
          <p:cNvSpPr/>
          <p:nvPr/>
        </p:nvSpPr>
        <p:spPr>
          <a:xfrm>
            <a:off x="576072" y="2011680"/>
            <a:ext cx="2377440" cy="274320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t">
            <a:normAutofit/>
          </a:bodyPr>
          <a:lstStyle/>
          <a:p>
            <a:pPr algn="l" indent="0" marL="0">
              <a:buNone/>
            </a:pPr>
            <a:r>
              <a:rPr lang="en-US" sz="1250" b="1" dirty="0">
                <a:solidFill>
                  <a:srgbClr val="050505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行の軸名</a:t>
            </a:r>
            <a:endParaRPr lang="en-US" sz="1250" dirty="0"/>
          </a:p>
        </p:txBody>
      </p:sp>
      <p:sp>
        <p:nvSpPr>
          <p:cNvPr id="11" name="Text 9"/>
          <p:cNvSpPr/>
          <p:nvPr/>
        </p:nvSpPr>
        <p:spPr>
          <a:xfrm>
            <a:off x="2953512" y="2011680"/>
            <a:ext cx="2092376" cy="274320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t">
            <a:normAutofit/>
          </a:bodyPr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50505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列見出し1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953512" y="2340864"/>
            <a:ext cx="2092376" cy="0"/>
          </a:xfrm>
          <a:prstGeom prst="line">
            <a:avLst/>
          </a:prstGeom>
          <a:noFill/>
          <a:ln w="17780">
            <a:solidFill>
              <a:srgbClr val="050505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5119040" y="2011680"/>
            <a:ext cx="2092376" cy="274320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t">
            <a:normAutofit/>
          </a:bodyPr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50505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列見出し2</a:t>
            </a:r>
            <a:endParaRPr lang="en-US" sz="1200" dirty="0"/>
          </a:p>
        </p:txBody>
      </p:sp>
      <p:sp>
        <p:nvSpPr>
          <p:cNvPr id="14" name="Shape 12"/>
          <p:cNvSpPr/>
          <p:nvPr/>
        </p:nvSpPr>
        <p:spPr>
          <a:xfrm>
            <a:off x="5119040" y="2340864"/>
            <a:ext cx="2092376" cy="0"/>
          </a:xfrm>
          <a:prstGeom prst="line">
            <a:avLst/>
          </a:prstGeom>
          <a:noFill/>
          <a:ln w="17780">
            <a:solidFill>
              <a:srgbClr val="050505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7284568" y="2011680"/>
            <a:ext cx="2092376" cy="274320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t">
            <a:normAutofit/>
          </a:bodyPr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50505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列見出し3</a:t>
            </a:r>
            <a:endParaRPr lang="en-US" sz="1200" dirty="0"/>
          </a:p>
        </p:txBody>
      </p:sp>
      <p:sp>
        <p:nvSpPr>
          <p:cNvPr id="16" name="Shape 14"/>
          <p:cNvSpPr/>
          <p:nvPr/>
        </p:nvSpPr>
        <p:spPr>
          <a:xfrm>
            <a:off x="7284568" y="2340864"/>
            <a:ext cx="2092376" cy="0"/>
          </a:xfrm>
          <a:prstGeom prst="line">
            <a:avLst/>
          </a:prstGeom>
          <a:noFill/>
          <a:ln w="17780">
            <a:solidFill>
              <a:srgbClr val="050505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9450095" y="2011680"/>
            <a:ext cx="2092376" cy="274320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t">
            <a:normAutofit/>
          </a:bodyPr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50505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列見出し4</a:t>
            </a:r>
            <a:endParaRPr lang="en-US" sz="1200" dirty="0"/>
          </a:p>
        </p:txBody>
      </p:sp>
      <p:sp>
        <p:nvSpPr>
          <p:cNvPr id="18" name="Shape 16"/>
          <p:cNvSpPr/>
          <p:nvPr/>
        </p:nvSpPr>
        <p:spPr>
          <a:xfrm>
            <a:off x="9450095" y="2340864"/>
            <a:ext cx="2092376" cy="0"/>
          </a:xfrm>
          <a:prstGeom prst="line">
            <a:avLst/>
          </a:prstGeom>
          <a:noFill/>
          <a:ln w="17780">
            <a:solidFill>
              <a:srgbClr val="050505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576072" y="2660904"/>
            <a:ext cx="2286000" cy="365760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t">
            <a:normAutofit/>
          </a:bodyPr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50505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行見出し1</a:t>
            </a:r>
            <a:endParaRPr lang="en-US" sz="1200" dirty="0"/>
          </a:p>
        </p:txBody>
      </p:sp>
      <p:sp>
        <p:nvSpPr>
          <p:cNvPr id="20" name="Shape 18"/>
          <p:cNvSpPr/>
          <p:nvPr/>
        </p:nvSpPr>
        <p:spPr>
          <a:xfrm>
            <a:off x="2953512" y="2514600"/>
            <a:ext cx="2092376" cy="658368"/>
          </a:xfrm>
          <a:prstGeom prst="rect">
            <a:avLst/>
          </a:prstGeom>
          <a:solidFill>
            <a:srgbClr val="1E5F8C"/>
          </a:solidFill>
          <a:ln/>
        </p:spPr>
      </p:sp>
      <p:sp>
        <p:nvSpPr>
          <p:cNvPr id="21" name="Text 19"/>
          <p:cNvSpPr/>
          <p:nvPr/>
        </p:nvSpPr>
        <p:spPr>
          <a:xfrm>
            <a:off x="2953512" y="2514600"/>
            <a:ext cx="2092376" cy="658368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>
            <a:normAutofit/>
          </a:bodyPr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高</a:t>
            </a:r>
            <a:endParaRPr lang="en-US" sz="1150" dirty="0"/>
          </a:p>
        </p:txBody>
      </p:sp>
      <p:sp>
        <p:nvSpPr>
          <p:cNvPr id="22" name="Shape 20"/>
          <p:cNvSpPr/>
          <p:nvPr/>
        </p:nvSpPr>
        <p:spPr>
          <a:xfrm>
            <a:off x="5119040" y="2514600"/>
            <a:ext cx="2092376" cy="658368"/>
          </a:xfrm>
          <a:prstGeom prst="rect">
            <a:avLst/>
          </a:prstGeom>
          <a:solidFill>
            <a:srgbClr val="79C8DC"/>
          </a:solidFill>
          <a:ln/>
        </p:spPr>
      </p:sp>
      <p:sp>
        <p:nvSpPr>
          <p:cNvPr id="23" name="Text 21"/>
          <p:cNvSpPr/>
          <p:nvPr/>
        </p:nvSpPr>
        <p:spPr>
          <a:xfrm>
            <a:off x="5119040" y="2514600"/>
            <a:ext cx="2092376" cy="658368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>
            <a:normAutofit/>
          </a:bodyPr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050505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中</a:t>
            </a:r>
            <a:endParaRPr lang="en-US" sz="1150" dirty="0"/>
          </a:p>
        </p:txBody>
      </p:sp>
      <p:sp>
        <p:nvSpPr>
          <p:cNvPr id="24" name="Shape 22"/>
          <p:cNvSpPr/>
          <p:nvPr/>
        </p:nvSpPr>
        <p:spPr>
          <a:xfrm>
            <a:off x="7284568" y="2514600"/>
            <a:ext cx="2092376" cy="658368"/>
          </a:xfrm>
          <a:prstGeom prst="rect">
            <a:avLst/>
          </a:prstGeom>
          <a:solidFill>
            <a:srgbClr val="E7F4F8"/>
          </a:solidFill>
          <a:ln/>
        </p:spPr>
      </p:sp>
      <p:sp>
        <p:nvSpPr>
          <p:cNvPr id="25" name="Text 23"/>
          <p:cNvSpPr/>
          <p:nvPr/>
        </p:nvSpPr>
        <p:spPr>
          <a:xfrm>
            <a:off x="7284568" y="2514600"/>
            <a:ext cx="2092376" cy="658368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>
            <a:normAutofit/>
          </a:bodyPr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050505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低</a:t>
            </a:r>
            <a:endParaRPr lang="en-US" sz="1150" dirty="0"/>
          </a:p>
        </p:txBody>
      </p:sp>
      <p:sp>
        <p:nvSpPr>
          <p:cNvPr id="26" name="Shape 24"/>
          <p:cNvSpPr/>
          <p:nvPr/>
        </p:nvSpPr>
        <p:spPr>
          <a:xfrm>
            <a:off x="9450095" y="2514600"/>
            <a:ext cx="2092376" cy="658368"/>
          </a:xfrm>
          <a:prstGeom prst="rect">
            <a:avLst/>
          </a:prstGeom>
          <a:solidFill>
            <a:srgbClr val="79C8DC"/>
          </a:solidFill>
          <a:ln/>
        </p:spPr>
      </p:sp>
      <p:sp>
        <p:nvSpPr>
          <p:cNvPr id="27" name="Text 25"/>
          <p:cNvSpPr/>
          <p:nvPr/>
        </p:nvSpPr>
        <p:spPr>
          <a:xfrm>
            <a:off x="9450095" y="2514600"/>
            <a:ext cx="2092376" cy="658368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>
            <a:normAutofit/>
          </a:bodyPr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050505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中</a:t>
            </a:r>
            <a:endParaRPr lang="en-US" sz="1150" dirty="0"/>
          </a:p>
        </p:txBody>
      </p:sp>
      <p:sp>
        <p:nvSpPr>
          <p:cNvPr id="28" name="Text 26"/>
          <p:cNvSpPr/>
          <p:nvPr/>
        </p:nvSpPr>
        <p:spPr>
          <a:xfrm>
            <a:off x="576072" y="3392424"/>
            <a:ext cx="2286000" cy="365760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t">
            <a:normAutofit/>
          </a:bodyPr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50505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行見出し2</a:t>
            </a:r>
            <a:endParaRPr lang="en-US" sz="1200" dirty="0"/>
          </a:p>
        </p:txBody>
      </p:sp>
      <p:sp>
        <p:nvSpPr>
          <p:cNvPr id="29" name="Shape 27"/>
          <p:cNvSpPr/>
          <p:nvPr/>
        </p:nvSpPr>
        <p:spPr>
          <a:xfrm>
            <a:off x="2953512" y="3246120"/>
            <a:ext cx="2092376" cy="658368"/>
          </a:xfrm>
          <a:prstGeom prst="rect">
            <a:avLst/>
          </a:prstGeom>
          <a:solidFill>
            <a:srgbClr val="79C8DC"/>
          </a:solidFill>
          <a:ln/>
        </p:spPr>
      </p:sp>
      <p:sp>
        <p:nvSpPr>
          <p:cNvPr id="30" name="Text 28"/>
          <p:cNvSpPr/>
          <p:nvPr/>
        </p:nvSpPr>
        <p:spPr>
          <a:xfrm>
            <a:off x="2953512" y="3246120"/>
            <a:ext cx="2092376" cy="658368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>
            <a:normAutofit/>
          </a:bodyPr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050505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中</a:t>
            </a:r>
            <a:endParaRPr lang="en-US" sz="1150" dirty="0"/>
          </a:p>
        </p:txBody>
      </p:sp>
      <p:sp>
        <p:nvSpPr>
          <p:cNvPr id="31" name="Shape 29"/>
          <p:cNvSpPr/>
          <p:nvPr/>
        </p:nvSpPr>
        <p:spPr>
          <a:xfrm>
            <a:off x="5119040" y="3246120"/>
            <a:ext cx="2092376" cy="658368"/>
          </a:xfrm>
          <a:prstGeom prst="rect">
            <a:avLst/>
          </a:prstGeom>
          <a:solidFill>
            <a:srgbClr val="E7F4F8"/>
          </a:solidFill>
          <a:ln/>
        </p:spPr>
      </p:sp>
      <p:sp>
        <p:nvSpPr>
          <p:cNvPr id="32" name="Text 30"/>
          <p:cNvSpPr/>
          <p:nvPr/>
        </p:nvSpPr>
        <p:spPr>
          <a:xfrm>
            <a:off x="5119040" y="3246120"/>
            <a:ext cx="2092376" cy="658368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>
            <a:normAutofit/>
          </a:bodyPr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050505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低</a:t>
            </a:r>
            <a:endParaRPr lang="en-US" sz="1150" dirty="0"/>
          </a:p>
        </p:txBody>
      </p:sp>
      <p:sp>
        <p:nvSpPr>
          <p:cNvPr id="33" name="Shape 31"/>
          <p:cNvSpPr/>
          <p:nvPr/>
        </p:nvSpPr>
        <p:spPr>
          <a:xfrm>
            <a:off x="7284568" y="3246120"/>
            <a:ext cx="2092376" cy="658368"/>
          </a:xfrm>
          <a:prstGeom prst="rect">
            <a:avLst/>
          </a:prstGeom>
          <a:ln w="6350">
            <a:solidFill>
              <a:srgbClr val="D9DCDF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7284568" y="3246120"/>
            <a:ext cx="2092376" cy="658368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>
            <a:normAutofit/>
          </a:bodyPr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666B70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なし</a:t>
            </a:r>
            <a:endParaRPr lang="en-US" sz="1150" dirty="0"/>
          </a:p>
        </p:txBody>
      </p:sp>
      <p:sp>
        <p:nvSpPr>
          <p:cNvPr id="35" name="Shape 33"/>
          <p:cNvSpPr/>
          <p:nvPr/>
        </p:nvSpPr>
        <p:spPr>
          <a:xfrm>
            <a:off x="9450095" y="3246120"/>
            <a:ext cx="2092376" cy="658368"/>
          </a:xfrm>
          <a:prstGeom prst="rect">
            <a:avLst/>
          </a:prstGeom>
          <a:solidFill>
            <a:srgbClr val="E7F4F8"/>
          </a:solidFill>
          <a:ln/>
        </p:spPr>
      </p:sp>
      <p:sp>
        <p:nvSpPr>
          <p:cNvPr id="36" name="Text 34"/>
          <p:cNvSpPr/>
          <p:nvPr/>
        </p:nvSpPr>
        <p:spPr>
          <a:xfrm>
            <a:off x="9450095" y="3246120"/>
            <a:ext cx="2092376" cy="658368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>
            <a:normAutofit/>
          </a:bodyPr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050505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低</a:t>
            </a:r>
            <a:endParaRPr lang="en-US" sz="1150" dirty="0"/>
          </a:p>
        </p:txBody>
      </p:sp>
      <p:sp>
        <p:nvSpPr>
          <p:cNvPr id="37" name="Text 35"/>
          <p:cNvSpPr/>
          <p:nvPr/>
        </p:nvSpPr>
        <p:spPr>
          <a:xfrm>
            <a:off x="576072" y="4123944"/>
            <a:ext cx="2286000" cy="365760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t">
            <a:normAutofit/>
          </a:bodyPr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50505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行見出し3</a:t>
            </a:r>
            <a:endParaRPr lang="en-US" sz="1200" dirty="0"/>
          </a:p>
        </p:txBody>
      </p:sp>
      <p:sp>
        <p:nvSpPr>
          <p:cNvPr id="38" name="Shape 36"/>
          <p:cNvSpPr/>
          <p:nvPr/>
        </p:nvSpPr>
        <p:spPr>
          <a:xfrm>
            <a:off x="2953512" y="3977640"/>
            <a:ext cx="2092376" cy="658368"/>
          </a:xfrm>
          <a:prstGeom prst="rect">
            <a:avLst/>
          </a:prstGeom>
          <a:solidFill>
            <a:srgbClr val="1E5F8C"/>
          </a:solidFill>
          <a:ln/>
        </p:spPr>
      </p:sp>
      <p:sp>
        <p:nvSpPr>
          <p:cNvPr id="39" name="Text 37"/>
          <p:cNvSpPr/>
          <p:nvPr/>
        </p:nvSpPr>
        <p:spPr>
          <a:xfrm>
            <a:off x="2953512" y="3977640"/>
            <a:ext cx="2092376" cy="658368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>
            <a:normAutofit/>
          </a:bodyPr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高</a:t>
            </a:r>
            <a:endParaRPr lang="en-US" sz="1150" dirty="0"/>
          </a:p>
        </p:txBody>
      </p:sp>
      <p:sp>
        <p:nvSpPr>
          <p:cNvPr id="40" name="Shape 38"/>
          <p:cNvSpPr/>
          <p:nvPr/>
        </p:nvSpPr>
        <p:spPr>
          <a:xfrm>
            <a:off x="5119040" y="3977640"/>
            <a:ext cx="2092376" cy="658368"/>
          </a:xfrm>
          <a:prstGeom prst="rect">
            <a:avLst/>
          </a:prstGeom>
          <a:solidFill>
            <a:srgbClr val="1E5F8C"/>
          </a:solidFill>
          <a:ln/>
        </p:spPr>
      </p:sp>
      <p:sp>
        <p:nvSpPr>
          <p:cNvPr id="41" name="Text 39"/>
          <p:cNvSpPr/>
          <p:nvPr/>
        </p:nvSpPr>
        <p:spPr>
          <a:xfrm>
            <a:off x="5119040" y="3977640"/>
            <a:ext cx="2092376" cy="658368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>
            <a:normAutofit/>
          </a:bodyPr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高</a:t>
            </a:r>
            <a:endParaRPr lang="en-US" sz="1150" dirty="0"/>
          </a:p>
        </p:txBody>
      </p:sp>
      <p:sp>
        <p:nvSpPr>
          <p:cNvPr id="42" name="Shape 40"/>
          <p:cNvSpPr/>
          <p:nvPr/>
        </p:nvSpPr>
        <p:spPr>
          <a:xfrm>
            <a:off x="7284568" y="3977640"/>
            <a:ext cx="2092376" cy="658368"/>
          </a:xfrm>
          <a:prstGeom prst="rect">
            <a:avLst/>
          </a:prstGeom>
          <a:solidFill>
            <a:srgbClr val="79C8DC"/>
          </a:solidFill>
          <a:ln/>
        </p:spPr>
      </p:sp>
      <p:sp>
        <p:nvSpPr>
          <p:cNvPr id="43" name="Text 41"/>
          <p:cNvSpPr/>
          <p:nvPr/>
        </p:nvSpPr>
        <p:spPr>
          <a:xfrm>
            <a:off x="7284568" y="3977640"/>
            <a:ext cx="2092376" cy="658368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>
            <a:normAutofit/>
          </a:bodyPr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050505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中</a:t>
            </a:r>
            <a:endParaRPr lang="en-US" sz="1150" dirty="0"/>
          </a:p>
        </p:txBody>
      </p:sp>
      <p:sp>
        <p:nvSpPr>
          <p:cNvPr id="44" name="Shape 42"/>
          <p:cNvSpPr/>
          <p:nvPr/>
        </p:nvSpPr>
        <p:spPr>
          <a:xfrm>
            <a:off x="9450095" y="3977640"/>
            <a:ext cx="2092376" cy="658368"/>
          </a:xfrm>
          <a:prstGeom prst="rect">
            <a:avLst/>
          </a:prstGeom>
          <a:solidFill>
            <a:srgbClr val="1E5F8C"/>
          </a:solidFill>
          <a:ln/>
        </p:spPr>
      </p:sp>
      <p:sp>
        <p:nvSpPr>
          <p:cNvPr id="45" name="Text 43"/>
          <p:cNvSpPr/>
          <p:nvPr/>
        </p:nvSpPr>
        <p:spPr>
          <a:xfrm>
            <a:off x="9450095" y="3977640"/>
            <a:ext cx="2092376" cy="658368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>
            <a:normAutofit/>
          </a:bodyPr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高</a:t>
            </a:r>
            <a:endParaRPr lang="en-US" sz="1150" dirty="0"/>
          </a:p>
        </p:txBody>
      </p:sp>
      <p:sp>
        <p:nvSpPr>
          <p:cNvPr id="46" name="Text 44"/>
          <p:cNvSpPr/>
          <p:nvPr/>
        </p:nvSpPr>
        <p:spPr>
          <a:xfrm>
            <a:off x="576072" y="4855464"/>
            <a:ext cx="2286000" cy="365760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t">
            <a:normAutofit/>
          </a:bodyPr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50505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行見出し4</a:t>
            </a:r>
            <a:endParaRPr lang="en-US" sz="1200" dirty="0"/>
          </a:p>
        </p:txBody>
      </p:sp>
      <p:sp>
        <p:nvSpPr>
          <p:cNvPr id="47" name="Shape 45"/>
          <p:cNvSpPr/>
          <p:nvPr/>
        </p:nvSpPr>
        <p:spPr>
          <a:xfrm>
            <a:off x="2953512" y="4709160"/>
            <a:ext cx="2092376" cy="658368"/>
          </a:xfrm>
          <a:prstGeom prst="rect">
            <a:avLst/>
          </a:prstGeom>
          <a:solidFill>
            <a:srgbClr val="79C8DC"/>
          </a:solidFill>
          <a:ln/>
        </p:spPr>
      </p:sp>
      <p:sp>
        <p:nvSpPr>
          <p:cNvPr id="48" name="Text 46"/>
          <p:cNvSpPr/>
          <p:nvPr/>
        </p:nvSpPr>
        <p:spPr>
          <a:xfrm>
            <a:off x="2953512" y="4709160"/>
            <a:ext cx="2092376" cy="658368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>
            <a:normAutofit/>
          </a:bodyPr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050505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中</a:t>
            </a:r>
            <a:endParaRPr lang="en-US" sz="1150" dirty="0"/>
          </a:p>
        </p:txBody>
      </p:sp>
      <p:sp>
        <p:nvSpPr>
          <p:cNvPr id="49" name="Shape 47"/>
          <p:cNvSpPr/>
          <p:nvPr/>
        </p:nvSpPr>
        <p:spPr>
          <a:xfrm>
            <a:off x="5119040" y="4709160"/>
            <a:ext cx="2092376" cy="658368"/>
          </a:xfrm>
          <a:prstGeom prst="rect">
            <a:avLst/>
          </a:prstGeom>
          <a:solidFill>
            <a:srgbClr val="E7F4F8"/>
          </a:solidFill>
          <a:ln/>
        </p:spPr>
      </p:sp>
      <p:sp>
        <p:nvSpPr>
          <p:cNvPr id="50" name="Text 48"/>
          <p:cNvSpPr/>
          <p:nvPr/>
        </p:nvSpPr>
        <p:spPr>
          <a:xfrm>
            <a:off x="5119040" y="4709160"/>
            <a:ext cx="2092376" cy="658368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>
            <a:normAutofit/>
          </a:bodyPr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050505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低</a:t>
            </a:r>
            <a:endParaRPr lang="en-US" sz="1150" dirty="0"/>
          </a:p>
        </p:txBody>
      </p:sp>
      <p:sp>
        <p:nvSpPr>
          <p:cNvPr id="51" name="Shape 49"/>
          <p:cNvSpPr/>
          <p:nvPr/>
        </p:nvSpPr>
        <p:spPr>
          <a:xfrm>
            <a:off x="7284568" y="4709160"/>
            <a:ext cx="2092376" cy="658368"/>
          </a:xfrm>
          <a:prstGeom prst="rect">
            <a:avLst/>
          </a:prstGeom>
          <a:ln w="6350">
            <a:solidFill>
              <a:srgbClr val="D9DCDF"/>
            </a:solidFill>
            <a:prstDash val="solid"/>
          </a:ln>
        </p:spPr>
      </p:sp>
      <p:sp>
        <p:nvSpPr>
          <p:cNvPr id="52" name="Text 50"/>
          <p:cNvSpPr/>
          <p:nvPr/>
        </p:nvSpPr>
        <p:spPr>
          <a:xfrm>
            <a:off x="7284568" y="4709160"/>
            <a:ext cx="2092376" cy="658368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>
            <a:normAutofit/>
          </a:bodyPr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666B70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なし</a:t>
            </a:r>
            <a:endParaRPr lang="en-US" sz="1150" dirty="0"/>
          </a:p>
        </p:txBody>
      </p:sp>
      <p:sp>
        <p:nvSpPr>
          <p:cNvPr id="53" name="Shape 51"/>
          <p:cNvSpPr/>
          <p:nvPr/>
        </p:nvSpPr>
        <p:spPr>
          <a:xfrm>
            <a:off x="9450095" y="4709160"/>
            <a:ext cx="2092376" cy="658368"/>
          </a:xfrm>
          <a:prstGeom prst="rect">
            <a:avLst/>
          </a:prstGeom>
          <a:solidFill>
            <a:srgbClr val="E7F4F8"/>
          </a:solidFill>
          <a:ln/>
        </p:spPr>
      </p:sp>
      <p:sp>
        <p:nvSpPr>
          <p:cNvPr id="54" name="Text 52"/>
          <p:cNvSpPr/>
          <p:nvPr/>
        </p:nvSpPr>
        <p:spPr>
          <a:xfrm>
            <a:off x="9450095" y="4709160"/>
            <a:ext cx="2092376" cy="658368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>
            <a:normAutofit/>
          </a:bodyPr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050505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低</a:t>
            </a:r>
            <a:endParaRPr lang="en-US" sz="1150" dirty="0"/>
          </a:p>
        </p:txBody>
      </p:sp>
      <p:sp>
        <p:nvSpPr>
          <p:cNvPr id="55" name="Shape 53"/>
          <p:cNvSpPr/>
          <p:nvPr/>
        </p:nvSpPr>
        <p:spPr>
          <a:xfrm>
            <a:off x="576072" y="5577840"/>
            <a:ext cx="201168" cy="201168"/>
          </a:xfrm>
          <a:prstGeom prst="rect">
            <a:avLst/>
          </a:prstGeom>
          <a:ln w="6350">
            <a:solidFill>
              <a:srgbClr val="D9DCDF"/>
            </a:solidFill>
            <a:prstDash val="solid"/>
          </a:ln>
        </p:spPr>
      </p:sp>
      <p:sp>
        <p:nvSpPr>
          <p:cNvPr id="56" name="Text 54"/>
          <p:cNvSpPr/>
          <p:nvPr/>
        </p:nvSpPr>
        <p:spPr>
          <a:xfrm>
            <a:off x="868680" y="5577840"/>
            <a:ext cx="1554480" cy="219456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t">
            <a:normAutofit/>
          </a:bodyPr>
          <a:lstStyle/>
          <a:p>
            <a:pPr algn="l" indent="0" marL="0">
              <a:buNone/>
            </a:pPr>
            <a:r>
              <a:rPr lang="en-US" sz="1100" dirty="0">
                <a:solidFill>
                  <a:srgbClr val="666B70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なし</a:t>
            </a:r>
            <a:endParaRPr lang="en-US" sz="1100" dirty="0"/>
          </a:p>
        </p:txBody>
      </p:sp>
      <p:sp>
        <p:nvSpPr>
          <p:cNvPr id="57" name="Shape 55"/>
          <p:cNvSpPr/>
          <p:nvPr/>
        </p:nvSpPr>
        <p:spPr>
          <a:xfrm>
            <a:off x="2496312" y="5577840"/>
            <a:ext cx="201168" cy="201168"/>
          </a:xfrm>
          <a:prstGeom prst="rect">
            <a:avLst/>
          </a:prstGeom>
          <a:solidFill>
            <a:srgbClr val="E7F4F8"/>
          </a:solidFill>
          <a:ln/>
        </p:spPr>
      </p:sp>
      <p:sp>
        <p:nvSpPr>
          <p:cNvPr id="58" name="Text 56"/>
          <p:cNvSpPr/>
          <p:nvPr/>
        </p:nvSpPr>
        <p:spPr>
          <a:xfrm>
            <a:off x="2788920" y="5577840"/>
            <a:ext cx="1554480" cy="219456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t">
            <a:normAutofit/>
          </a:bodyPr>
          <a:lstStyle/>
          <a:p>
            <a:pPr algn="l" indent="0" marL="0">
              <a:buNone/>
            </a:pPr>
            <a:r>
              <a:rPr lang="en-US" sz="1100" dirty="0">
                <a:solidFill>
                  <a:srgbClr val="666B70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低</a:t>
            </a:r>
            <a:endParaRPr lang="en-US" sz="1100" dirty="0"/>
          </a:p>
        </p:txBody>
      </p:sp>
      <p:sp>
        <p:nvSpPr>
          <p:cNvPr id="59" name="Shape 57"/>
          <p:cNvSpPr/>
          <p:nvPr/>
        </p:nvSpPr>
        <p:spPr>
          <a:xfrm>
            <a:off x="4416552" y="5577840"/>
            <a:ext cx="201168" cy="201168"/>
          </a:xfrm>
          <a:prstGeom prst="rect">
            <a:avLst/>
          </a:prstGeom>
          <a:solidFill>
            <a:srgbClr val="79C8DC"/>
          </a:solidFill>
          <a:ln/>
        </p:spPr>
      </p:sp>
      <p:sp>
        <p:nvSpPr>
          <p:cNvPr id="60" name="Text 58"/>
          <p:cNvSpPr/>
          <p:nvPr/>
        </p:nvSpPr>
        <p:spPr>
          <a:xfrm>
            <a:off x="4709160" y="5577840"/>
            <a:ext cx="1554480" cy="219456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t">
            <a:normAutofit/>
          </a:bodyPr>
          <a:lstStyle/>
          <a:p>
            <a:pPr algn="l" indent="0" marL="0">
              <a:buNone/>
            </a:pPr>
            <a:r>
              <a:rPr lang="en-US" sz="1100" dirty="0">
                <a:solidFill>
                  <a:srgbClr val="666B70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中</a:t>
            </a:r>
            <a:endParaRPr lang="en-US" sz="1100" dirty="0"/>
          </a:p>
        </p:txBody>
      </p:sp>
      <p:sp>
        <p:nvSpPr>
          <p:cNvPr id="61" name="Shape 59"/>
          <p:cNvSpPr/>
          <p:nvPr/>
        </p:nvSpPr>
        <p:spPr>
          <a:xfrm>
            <a:off x="6336792" y="5577840"/>
            <a:ext cx="201168" cy="201168"/>
          </a:xfrm>
          <a:prstGeom prst="rect">
            <a:avLst/>
          </a:prstGeom>
          <a:solidFill>
            <a:srgbClr val="1E5F8C"/>
          </a:solidFill>
          <a:ln/>
        </p:spPr>
      </p:sp>
      <p:sp>
        <p:nvSpPr>
          <p:cNvPr id="62" name="Text 60"/>
          <p:cNvSpPr/>
          <p:nvPr/>
        </p:nvSpPr>
        <p:spPr>
          <a:xfrm>
            <a:off x="6629400" y="5577840"/>
            <a:ext cx="1554480" cy="219456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t">
            <a:normAutofit/>
          </a:bodyPr>
          <a:lstStyle/>
          <a:p>
            <a:pPr algn="l" indent="0" marL="0">
              <a:buNone/>
            </a:pPr>
            <a:r>
              <a:rPr lang="en-US" sz="1100" dirty="0">
                <a:solidFill>
                  <a:srgbClr val="666B70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高</a:t>
            </a:r>
            <a:endParaRPr lang="en-US" sz="11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76072" y="320040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b">
            <a:normAutofit/>
          </a:bodyPr>
          <a:lstStyle/>
          <a:p>
            <a:pPr indent="0" marL="0">
              <a:buNone/>
            </a:pPr>
            <a:r>
              <a:rPr lang="en-US" sz="1400" dirty="0">
                <a:solidFill>
                  <a:srgbClr val="050505"/>
                </a:solidFill>
                <a:latin typeface="Yu Mincho Demibold" pitchFamily="34" charset="0"/>
                <a:ea typeface="Yu Mincho Demibold" pitchFamily="34" charset="-122"/>
                <a:cs typeface="Yu Mincho Demibold" pitchFamily="34" charset="-120"/>
              </a:rPr>
              <a:t>スライド型カタログ</a:t>
            </a:r>
            <a:endParaRPr lang="en-US" sz="1400" dirty="0"/>
          </a:p>
        </p:txBody>
      </p:sp>
      <p:sp>
        <p:nvSpPr>
          <p:cNvPr id="3" name="Text 1"/>
          <p:cNvSpPr/>
          <p:nvPr/>
        </p:nvSpPr>
        <p:spPr>
          <a:xfrm>
            <a:off x="7043623" y="411480"/>
            <a:ext cx="4572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800" dirty="0">
                <a:solidFill>
                  <a:srgbClr val="666B70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15  MATRIX_2X2</a:t>
            </a:r>
            <a:endParaRPr lang="en-US" sz="800" dirty="0"/>
          </a:p>
        </p:txBody>
      </p:sp>
      <p:sp>
        <p:nvSpPr>
          <p:cNvPr id="4" name="Shape 2"/>
          <p:cNvSpPr/>
          <p:nvPr/>
        </p:nvSpPr>
        <p:spPr>
          <a:xfrm>
            <a:off x="576072" y="784555"/>
            <a:ext cx="11039551" cy="0"/>
          </a:xfrm>
          <a:prstGeom prst="line">
            <a:avLst/>
          </a:prstGeom>
          <a:noFill/>
          <a:ln w="13970">
            <a:solidFill>
              <a:srgbClr val="050505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576072" y="914400"/>
            <a:ext cx="11039551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2200" dirty="0">
                <a:solidFill>
                  <a:srgbClr val="050505"/>
                </a:solidFill>
                <a:latin typeface="Yu Mincho Demibold" pitchFamily="34" charset="0"/>
                <a:ea typeface="Yu Mincho Demibold" pitchFamily="34" charset="-122"/>
                <a:cs typeface="Yu Mincho Demibold" pitchFamily="34" charset="-120"/>
              </a:rPr>
              <a:t>2×2マトリクス</a:t>
            </a:r>
            <a:endParaRPr lang="en-US" sz="2200" dirty="0"/>
          </a:p>
        </p:txBody>
      </p:sp>
      <p:sp>
        <p:nvSpPr>
          <p:cNvPr id="6" name="Text 4"/>
          <p:cNvSpPr/>
          <p:nvPr/>
        </p:nvSpPr>
        <p:spPr>
          <a:xfrm>
            <a:off x="576072" y="6245352"/>
            <a:ext cx="89611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750" dirty="0">
                <a:solidFill>
                  <a:srgbClr val="666B70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出典：Source 1</a:t>
            </a:r>
            <a:endParaRPr lang="en-US" sz="750" dirty="0"/>
          </a:p>
        </p:txBody>
      </p:sp>
      <p:sp>
        <p:nvSpPr>
          <p:cNvPr id="7" name="Shape 5"/>
          <p:cNvSpPr/>
          <p:nvPr/>
        </p:nvSpPr>
        <p:spPr>
          <a:xfrm>
            <a:off x="576072" y="6483096"/>
            <a:ext cx="11039551" cy="0"/>
          </a:xfrm>
          <a:prstGeom prst="line">
            <a:avLst/>
          </a:prstGeom>
          <a:noFill/>
          <a:ln w="8890">
            <a:solidFill>
              <a:srgbClr val="D9DCDF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576072" y="6565392"/>
            <a:ext cx="54864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850" b="1" dirty="0">
                <a:solidFill>
                  <a:srgbClr val="050505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スライド型カタログ</a:t>
            </a:r>
            <a:endParaRPr lang="en-US" sz="850" dirty="0"/>
          </a:p>
        </p:txBody>
      </p:sp>
      <p:sp>
        <p:nvSpPr>
          <p:cNvPr id="9" name="Text 7"/>
          <p:cNvSpPr/>
          <p:nvPr/>
        </p:nvSpPr>
        <p:spPr>
          <a:xfrm>
            <a:off x="11249863" y="6565392"/>
            <a:ext cx="3657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666B70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16</a:t>
            </a:r>
            <a:endParaRPr lang="en-US" sz="750" dirty="0"/>
          </a:p>
        </p:txBody>
      </p:sp>
      <p:sp>
        <p:nvSpPr>
          <p:cNvPr id="10" name="Shape 8"/>
          <p:cNvSpPr/>
          <p:nvPr/>
        </p:nvSpPr>
        <p:spPr>
          <a:xfrm>
            <a:off x="576072" y="5678424"/>
            <a:ext cx="6217920" cy="0"/>
          </a:xfrm>
          <a:prstGeom prst="line">
            <a:avLst/>
          </a:prstGeom>
          <a:noFill/>
          <a:ln w="13970">
            <a:solidFill>
              <a:srgbClr val="050505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576072" y="2066544"/>
            <a:ext cx="0" cy="3611880"/>
          </a:xfrm>
          <a:prstGeom prst="line">
            <a:avLst/>
          </a:prstGeom>
          <a:noFill/>
          <a:ln w="13970">
            <a:solidFill>
              <a:srgbClr val="050505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3685032" y="2066544"/>
            <a:ext cx="0" cy="3611880"/>
          </a:xfrm>
          <a:prstGeom prst="line">
            <a:avLst/>
          </a:prstGeom>
          <a:noFill/>
          <a:ln w="8890">
            <a:solidFill>
              <a:srgbClr val="D9DCDF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576072" y="3872484"/>
            <a:ext cx="6217920" cy="0"/>
          </a:xfrm>
          <a:prstGeom prst="line">
            <a:avLst/>
          </a:prstGeom>
          <a:noFill/>
          <a:ln w="8890">
            <a:solidFill>
              <a:srgbClr val="D9DCDF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576072" y="1792224"/>
            <a:ext cx="2926080" cy="201168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t">
            <a:normAutofit/>
          </a:bodyPr>
          <a:lstStyle/>
          <a:p>
            <a:pPr algn="l" indent="0" marL="0">
              <a:buNone/>
            </a:pPr>
            <a:r>
              <a:rPr lang="en-US" sz="1050" b="1" dirty="0">
                <a:solidFill>
                  <a:srgbClr val="666B70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縦軸名（上ほど高い）</a:t>
            </a:r>
            <a:endParaRPr lang="en-US" sz="1050" dirty="0"/>
          </a:p>
        </p:txBody>
      </p:sp>
      <p:sp>
        <p:nvSpPr>
          <p:cNvPr id="15" name="Text 13"/>
          <p:cNvSpPr/>
          <p:nvPr/>
        </p:nvSpPr>
        <p:spPr>
          <a:xfrm>
            <a:off x="3867912" y="5733288"/>
            <a:ext cx="2926080" cy="201168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t">
            <a:normAutofit/>
          </a:bodyPr>
          <a:lstStyle/>
          <a:p>
            <a:pPr algn="r" indent="0" marL="0">
              <a:buNone/>
            </a:pPr>
            <a:r>
              <a:rPr lang="en-US" sz="1050" b="1" dirty="0">
                <a:solidFill>
                  <a:srgbClr val="666B70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横軸名（右ほど高い）</a:t>
            </a:r>
            <a:endParaRPr lang="en-US" sz="1050" dirty="0"/>
          </a:p>
        </p:txBody>
      </p:sp>
      <p:sp>
        <p:nvSpPr>
          <p:cNvPr id="16" name="Shape 14"/>
          <p:cNvSpPr/>
          <p:nvPr/>
        </p:nvSpPr>
        <p:spPr>
          <a:xfrm>
            <a:off x="4522622" y="2768803"/>
            <a:ext cx="1060704" cy="329184"/>
          </a:xfrm>
          <a:prstGeom prst="rect">
            <a:avLst/>
          </a:prstGeom>
          <a:solidFill>
            <a:srgbClr val="1E5F8C"/>
          </a:solidFill>
          <a:ln/>
        </p:spPr>
      </p:sp>
      <p:sp>
        <p:nvSpPr>
          <p:cNvPr id="17" name="Text 15"/>
          <p:cNvSpPr/>
          <p:nvPr/>
        </p:nvSpPr>
        <p:spPr>
          <a:xfrm>
            <a:off x="4568342" y="2814523"/>
            <a:ext cx="969264" cy="219456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t">
            <a:normAutofit/>
          </a:bodyPr>
          <a:lstStyle/>
          <a:p>
            <a:pPr algn="l" indent="0" marL="0">
              <a:buNone/>
            </a:pPr>
            <a:r>
              <a:rPr lang="en-US" sz="77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施策1</a:t>
            </a:r>
            <a:endParaRPr lang="en-US" sz="770" dirty="0"/>
          </a:p>
        </p:txBody>
      </p:sp>
      <p:sp>
        <p:nvSpPr>
          <p:cNvPr id="18" name="Shape 16"/>
          <p:cNvSpPr/>
          <p:nvPr/>
        </p:nvSpPr>
        <p:spPr>
          <a:xfrm>
            <a:off x="4273906" y="3418942"/>
            <a:ext cx="1060704" cy="329184"/>
          </a:xfrm>
          <a:prstGeom prst="rect">
            <a:avLst/>
          </a:prstGeom>
          <a:solidFill>
            <a:srgbClr val="1E5F8C"/>
          </a:solidFill>
          <a:ln/>
        </p:spPr>
      </p:sp>
      <p:sp>
        <p:nvSpPr>
          <p:cNvPr id="19" name="Text 17"/>
          <p:cNvSpPr/>
          <p:nvPr/>
        </p:nvSpPr>
        <p:spPr>
          <a:xfrm>
            <a:off x="4319626" y="3464662"/>
            <a:ext cx="969264" cy="219456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t">
            <a:normAutofit/>
          </a:bodyPr>
          <a:lstStyle/>
          <a:p>
            <a:pPr algn="l" indent="0" marL="0">
              <a:buNone/>
            </a:pPr>
            <a:r>
              <a:rPr lang="en-US" sz="77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施策2</a:t>
            </a:r>
            <a:endParaRPr lang="en-US" sz="770" dirty="0"/>
          </a:p>
        </p:txBody>
      </p:sp>
      <p:sp>
        <p:nvSpPr>
          <p:cNvPr id="20" name="Shape 18"/>
          <p:cNvSpPr/>
          <p:nvPr/>
        </p:nvSpPr>
        <p:spPr>
          <a:xfrm>
            <a:off x="2221992" y="3021635"/>
            <a:ext cx="1060704" cy="329184"/>
          </a:xfrm>
          <a:prstGeom prst="rect">
            <a:avLst/>
          </a:prstGeom>
          <a:ln w="7620">
            <a:solidFill>
              <a:srgbClr val="1E5F8C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2267712" y="3067355"/>
            <a:ext cx="969264" cy="219456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t">
            <a:normAutofit/>
          </a:bodyPr>
          <a:lstStyle/>
          <a:p>
            <a:pPr algn="l" indent="0" marL="0">
              <a:buNone/>
            </a:pPr>
            <a:r>
              <a:rPr lang="en-US" sz="770" b="1" dirty="0">
                <a:solidFill>
                  <a:srgbClr val="050505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施策3</a:t>
            </a:r>
            <a:endParaRPr lang="en-US" sz="770" dirty="0"/>
          </a:p>
        </p:txBody>
      </p:sp>
      <p:sp>
        <p:nvSpPr>
          <p:cNvPr id="22" name="Shape 20"/>
          <p:cNvSpPr/>
          <p:nvPr/>
        </p:nvSpPr>
        <p:spPr>
          <a:xfrm>
            <a:off x="2905963" y="4141318"/>
            <a:ext cx="1060704" cy="329184"/>
          </a:xfrm>
          <a:prstGeom prst="rect">
            <a:avLst/>
          </a:prstGeom>
          <a:ln w="7620">
            <a:solidFill>
              <a:srgbClr val="1E5F8C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2951683" y="4187038"/>
            <a:ext cx="969264" cy="219456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t">
            <a:normAutofit/>
          </a:bodyPr>
          <a:lstStyle/>
          <a:p>
            <a:pPr algn="l" indent="0" marL="0">
              <a:buNone/>
            </a:pPr>
            <a:r>
              <a:rPr lang="en-US" sz="770" b="1" dirty="0">
                <a:solidFill>
                  <a:srgbClr val="050505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施策4</a:t>
            </a:r>
            <a:endParaRPr lang="en-US" sz="770" dirty="0"/>
          </a:p>
        </p:txBody>
      </p:sp>
      <p:sp>
        <p:nvSpPr>
          <p:cNvPr id="24" name="Shape 22"/>
          <p:cNvSpPr/>
          <p:nvPr/>
        </p:nvSpPr>
        <p:spPr>
          <a:xfrm>
            <a:off x="1475842" y="4574743"/>
            <a:ext cx="1060704" cy="329184"/>
          </a:xfrm>
          <a:prstGeom prst="rect">
            <a:avLst/>
          </a:prstGeom>
          <a:ln w="7620">
            <a:solidFill>
              <a:srgbClr val="1E5F8C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1521562" y="4620463"/>
            <a:ext cx="969264" cy="219456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t">
            <a:normAutofit/>
          </a:bodyPr>
          <a:lstStyle/>
          <a:p>
            <a:pPr algn="l" indent="0" marL="0">
              <a:buNone/>
            </a:pPr>
            <a:r>
              <a:rPr lang="en-US" sz="770" b="1" dirty="0">
                <a:solidFill>
                  <a:srgbClr val="050505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施策5</a:t>
            </a:r>
            <a:endParaRPr lang="en-US" sz="770" dirty="0"/>
          </a:p>
        </p:txBody>
      </p:sp>
      <p:sp>
        <p:nvSpPr>
          <p:cNvPr id="26" name="Text 24"/>
          <p:cNvSpPr/>
          <p:nvPr/>
        </p:nvSpPr>
        <p:spPr>
          <a:xfrm>
            <a:off x="7315200" y="2130552"/>
            <a:ext cx="4023360" cy="640080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t">
            <a:normAutofit/>
          </a:bodyPr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050505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タイトル 2</a:t>
            </a:r>
            <a:endParaRPr lang="en-US" sz="1400" dirty="0"/>
          </a:p>
        </p:txBody>
      </p:sp>
      <p:sp>
        <p:nvSpPr>
          <p:cNvPr id="27" name="Text 25"/>
          <p:cNvSpPr/>
          <p:nvPr/>
        </p:nvSpPr>
        <p:spPr>
          <a:xfrm>
            <a:off x="7452360" y="2907792"/>
            <a:ext cx="3657600" cy="347472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t">
            <a:normAutofit/>
          </a:bodyPr>
          <a:lstStyle/>
          <a:p>
            <a:pPr algn="l" indent="0" marL="0">
              <a:buNone/>
            </a:pPr>
            <a:r>
              <a:rPr lang="en-US" sz="1250" dirty="0">
                <a:solidFill>
                  <a:srgbClr val="050505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Text 1</a:t>
            </a:r>
            <a:endParaRPr lang="en-US" sz="1250" dirty="0"/>
          </a:p>
        </p:txBody>
      </p:sp>
      <p:sp>
        <p:nvSpPr>
          <p:cNvPr id="28" name="Text 26"/>
          <p:cNvSpPr/>
          <p:nvPr/>
        </p:nvSpPr>
        <p:spPr>
          <a:xfrm>
            <a:off x="7452360" y="3410712"/>
            <a:ext cx="3657600" cy="347472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t">
            <a:normAutofit/>
          </a:bodyPr>
          <a:lstStyle/>
          <a:p>
            <a:pPr algn="l" indent="0" marL="0">
              <a:buNone/>
            </a:pPr>
            <a:r>
              <a:rPr lang="en-US" sz="1250" dirty="0">
                <a:solidFill>
                  <a:srgbClr val="050505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Text 2</a:t>
            </a:r>
            <a:endParaRPr lang="en-US" sz="125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76072" y="320040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b">
            <a:normAutofit/>
          </a:bodyPr>
          <a:lstStyle/>
          <a:p>
            <a:pPr indent="0" marL="0">
              <a:buNone/>
            </a:pPr>
            <a:r>
              <a:rPr lang="en-US" sz="1400" dirty="0">
                <a:solidFill>
                  <a:srgbClr val="050505"/>
                </a:solidFill>
                <a:latin typeface="Yu Mincho Demibold" pitchFamily="34" charset="0"/>
                <a:ea typeface="Yu Mincho Demibold" pitchFamily="34" charset="-122"/>
                <a:cs typeface="Yu Mincho Demibold" pitchFamily="34" charset="-120"/>
              </a:rPr>
              <a:t>スライド型カタログ</a:t>
            </a:r>
            <a:endParaRPr lang="en-US" sz="1400" dirty="0"/>
          </a:p>
        </p:txBody>
      </p:sp>
      <p:sp>
        <p:nvSpPr>
          <p:cNvPr id="3" name="Text 1"/>
          <p:cNvSpPr/>
          <p:nvPr/>
        </p:nvSpPr>
        <p:spPr>
          <a:xfrm>
            <a:off x="7043623" y="411480"/>
            <a:ext cx="4572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800" dirty="0">
                <a:solidFill>
                  <a:srgbClr val="666B70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16  PROCESS_MATRIX</a:t>
            </a:r>
            <a:endParaRPr lang="en-US" sz="800" dirty="0"/>
          </a:p>
        </p:txBody>
      </p:sp>
      <p:sp>
        <p:nvSpPr>
          <p:cNvPr id="4" name="Shape 2"/>
          <p:cNvSpPr/>
          <p:nvPr/>
        </p:nvSpPr>
        <p:spPr>
          <a:xfrm>
            <a:off x="576072" y="784555"/>
            <a:ext cx="11039551" cy="0"/>
          </a:xfrm>
          <a:prstGeom prst="line">
            <a:avLst/>
          </a:prstGeom>
          <a:noFill/>
          <a:ln w="13970">
            <a:solidFill>
              <a:srgbClr val="050505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576072" y="914400"/>
            <a:ext cx="11039551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2200" dirty="0">
                <a:solidFill>
                  <a:srgbClr val="050505"/>
                </a:solidFill>
                <a:latin typeface="Yu Mincho Demibold" pitchFamily="34" charset="0"/>
                <a:ea typeface="Yu Mincho Demibold" pitchFamily="34" charset="-122"/>
                <a:cs typeface="Yu Mincho Demibold" pitchFamily="34" charset="-120"/>
              </a:rPr>
              <a:t>プロセス×観点の行列</a:t>
            </a:r>
            <a:endParaRPr lang="en-US" sz="2200" dirty="0"/>
          </a:p>
        </p:txBody>
      </p:sp>
      <p:sp>
        <p:nvSpPr>
          <p:cNvPr id="6" name="Text 4"/>
          <p:cNvSpPr/>
          <p:nvPr/>
        </p:nvSpPr>
        <p:spPr>
          <a:xfrm>
            <a:off x="576072" y="6245352"/>
            <a:ext cx="89611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750" dirty="0">
                <a:solidFill>
                  <a:srgbClr val="666B70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出典：Source 1</a:t>
            </a:r>
            <a:endParaRPr lang="en-US" sz="750" dirty="0"/>
          </a:p>
        </p:txBody>
      </p:sp>
      <p:sp>
        <p:nvSpPr>
          <p:cNvPr id="7" name="Shape 5"/>
          <p:cNvSpPr/>
          <p:nvPr/>
        </p:nvSpPr>
        <p:spPr>
          <a:xfrm>
            <a:off x="576072" y="6483096"/>
            <a:ext cx="11039551" cy="0"/>
          </a:xfrm>
          <a:prstGeom prst="line">
            <a:avLst/>
          </a:prstGeom>
          <a:noFill/>
          <a:ln w="8890">
            <a:solidFill>
              <a:srgbClr val="D9DCDF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576072" y="6565392"/>
            <a:ext cx="54864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850" b="1" dirty="0">
                <a:solidFill>
                  <a:srgbClr val="050505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スライド型カタログ</a:t>
            </a:r>
            <a:endParaRPr lang="en-US" sz="850" dirty="0"/>
          </a:p>
        </p:txBody>
      </p:sp>
      <p:sp>
        <p:nvSpPr>
          <p:cNvPr id="9" name="Text 7"/>
          <p:cNvSpPr/>
          <p:nvPr/>
        </p:nvSpPr>
        <p:spPr>
          <a:xfrm>
            <a:off x="11249863" y="6565392"/>
            <a:ext cx="3657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666B70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17</a:t>
            </a:r>
            <a:endParaRPr lang="en-US" sz="750" dirty="0"/>
          </a:p>
        </p:txBody>
      </p:sp>
      <p:sp>
        <p:nvSpPr>
          <p:cNvPr id="10" name="Text 8"/>
          <p:cNvSpPr/>
          <p:nvPr/>
        </p:nvSpPr>
        <p:spPr>
          <a:xfrm>
            <a:off x="576072" y="2080260"/>
            <a:ext cx="2194560" cy="274320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t">
            <a:normAutofit/>
          </a:bodyPr>
          <a:lstStyle/>
          <a:p>
            <a:pPr algn="l" indent="0" marL="0">
              <a:buNone/>
            </a:pPr>
            <a:r>
              <a:rPr lang="en-US" sz="1250" b="1" dirty="0">
                <a:solidFill>
                  <a:srgbClr val="050505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行の軸名</a:t>
            </a:r>
            <a:endParaRPr lang="en-US" sz="1250" dirty="0"/>
          </a:p>
        </p:txBody>
      </p:sp>
      <p:sp>
        <p:nvSpPr>
          <p:cNvPr id="11" name="Text 9"/>
          <p:cNvSpPr/>
          <p:nvPr/>
        </p:nvSpPr>
        <p:spPr>
          <a:xfrm>
            <a:off x="2770632" y="2080260"/>
            <a:ext cx="2820314" cy="274320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t">
            <a:normAutofit/>
          </a:bodyPr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50505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列見出し1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70632" y="2409444"/>
            <a:ext cx="2820314" cy="0"/>
          </a:xfrm>
          <a:prstGeom prst="line">
            <a:avLst/>
          </a:prstGeom>
          <a:noFill/>
          <a:ln w="17780">
            <a:solidFill>
              <a:srgbClr val="050505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5718962" y="2080260"/>
            <a:ext cx="2820314" cy="274320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t">
            <a:normAutofit/>
          </a:bodyPr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50505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列見出し2</a:t>
            </a:r>
            <a:endParaRPr lang="en-US" sz="1200" dirty="0"/>
          </a:p>
        </p:txBody>
      </p:sp>
      <p:sp>
        <p:nvSpPr>
          <p:cNvPr id="14" name="Shape 12"/>
          <p:cNvSpPr/>
          <p:nvPr/>
        </p:nvSpPr>
        <p:spPr>
          <a:xfrm>
            <a:off x="5718962" y="2409444"/>
            <a:ext cx="2820314" cy="0"/>
          </a:xfrm>
          <a:prstGeom prst="line">
            <a:avLst/>
          </a:prstGeom>
          <a:noFill/>
          <a:ln w="17780">
            <a:solidFill>
              <a:srgbClr val="050505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8667293" y="2080260"/>
            <a:ext cx="2820314" cy="274320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t">
            <a:normAutofit/>
          </a:bodyPr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50505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列見出し3</a:t>
            </a:r>
            <a:endParaRPr lang="en-US" sz="1200" dirty="0"/>
          </a:p>
        </p:txBody>
      </p:sp>
      <p:sp>
        <p:nvSpPr>
          <p:cNvPr id="16" name="Shape 14"/>
          <p:cNvSpPr/>
          <p:nvPr/>
        </p:nvSpPr>
        <p:spPr>
          <a:xfrm>
            <a:off x="8667293" y="2409444"/>
            <a:ext cx="2820314" cy="0"/>
          </a:xfrm>
          <a:prstGeom prst="line">
            <a:avLst/>
          </a:prstGeom>
          <a:noFill/>
          <a:ln w="17780">
            <a:solidFill>
              <a:srgbClr val="050505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576072" y="2766060"/>
            <a:ext cx="2103120" cy="777240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t">
            <a:normAutofit/>
          </a:bodyPr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50505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行見出し1</a:t>
            </a:r>
            <a:endParaRPr lang="en-US" sz="1200" dirty="0"/>
          </a:p>
        </p:txBody>
      </p:sp>
      <p:sp>
        <p:nvSpPr>
          <p:cNvPr id="18" name="Shape 16"/>
          <p:cNvSpPr/>
          <p:nvPr/>
        </p:nvSpPr>
        <p:spPr>
          <a:xfrm>
            <a:off x="2770632" y="2583180"/>
            <a:ext cx="2820314" cy="886968"/>
          </a:xfrm>
          <a:prstGeom prst="rect">
            <a:avLst/>
          </a:prstGeom>
          <a:solidFill>
            <a:srgbClr val="E7F4F8"/>
          </a:solidFill>
          <a:ln/>
        </p:spPr>
      </p:sp>
      <p:sp>
        <p:nvSpPr>
          <p:cNvPr id="19" name="Text 17"/>
          <p:cNvSpPr/>
          <p:nvPr/>
        </p:nvSpPr>
        <p:spPr>
          <a:xfrm>
            <a:off x="2935224" y="2729484"/>
            <a:ext cx="2491130" cy="685800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t">
            <a:normAutofit/>
          </a:bodyPr>
          <a:lstStyle/>
          <a:p>
            <a:pPr algn="l" indent="0" marL="0">
              <a:buNone/>
            </a:pPr>
            <a:r>
              <a:rPr lang="en-US" sz="1150" dirty="0">
                <a:solidFill>
                  <a:srgbClr val="050505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値</a:t>
            </a:r>
            <a:endParaRPr lang="en-US" sz="1150" dirty="0"/>
          </a:p>
        </p:txBody>
      </p:sp>
      <p:sp>
        <p:nvSpPr>
          <p:cNvPr id="20" name="Shape 18"/>
          <p:cNvSpPr/>
          <p:nvPr/>
        </p:nvSpPr>
        <p:spPr>
          <a:xfrm>
            <a:off x="5718962" y="2583180"/>
            <a:ext cx="2820314" cy="886968"/>
          </a:xfrm>
          <a:prstGeom prst="rect">
            <a:avLst/>
          </a:prstGeom>
          <a:solidFill>
            <a:srgbClr val="E7F4F8"/>
          </a:solidFill>
          <a:ln/>
        </p:spPr>
      </p:sp>
      <p:sp>
        <p:nvSpPr>
          <p:cNvPr id="21" name="Text 19"/>
          <p:cNvSpPr/>
          <p:nvPr/>
        </p:nvSpPr>
        <p:spPr>
          <a:xfrm>
            <a:off x="5883554" y="2729484"/>
            <a:ext cx="2491130" cy="685800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t">
            <a:normAutofit/>
          </a:bodyPr>
          <a:lstStyle/>
          <a:p>
            <a:pPr algn="l" indent="0" marL="0">
              <a:buNone/>
            </a:pPr>
            <a:r>
              <a:rPr lang="en-US" sz="1150" dirty="0">
                <a:solidFill>
                  <a:srgbClr val="050505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値</a:t>
            </a:r>
            <a:endParaRPr lang="en-US" sz="1150" dirty="0"/>
          </a:p>
        </p:txBody>
      </p:sp>
      <p:sp>
        <p:nvSpPr>
          <p:cNvPr id="22" name="Text 20"/>
          <p:cNvSpPr/>
          <p:nvPr/>
        </p:nvSpPr>
        <p:spPr>
          <a:xfrm>
            <a:off x="576072" y="3817620"/>
            <a:ext cx="2103120" cy="777240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t">
            <a:normAutofit/>
          </a:bodyPr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50505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行見出し2</a:t>
            </a:r>
            <a:endParaRPr lang="en-US" sz="1200" dirty="0"/>
          </a:p>
        </p:txBody>
      </p:sp>
      <p:sp>
        <p:nvSpPr>
          <p:cNvPr id="23" name="Shape 21"/>
          <p:cNvSpPr/>
          <p:nvPr/>
        </p:nvSpPr>
        <p:spPr>
          <a:xfrm>
            <a:off x="2770632" y="3634740"/>
            <a:ext cx="2820314" cy="886968"/>
          </a:xfrm>
          <a:prstGeom prst="rect">
            <a:avLst/>
          </a:prstGeom>
          <a:solidFill>
            <a:srgbClr val="E7F4F8"/>
          </a:solidFill>
          <a:ln/>
        </p:spPr>
      </p:sp>
      <p:sp>
        <p:nvSpPr>
          <p:cNvPr id="24" name="Text 22"/>
          <p:cNvSpPr/>
          <p:nvPr/>
        </p:nvSpPr>
        <p:spPr>
          <a:xfrm>
            <a:off x="2935224" y="3781044"/>
            <a:ext cx="2491130" cy="685800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t">
            <a:normAutofit/>
          </a:bodyPr>
          <a:lstStyle/>
          <a:p>
            <a:pPr algn="l" indent="0" marL="0">
              <a:buNone/>
            </a:pPr>
            <a:r>
              <a:rPr lang="en-US" sz="1150" dirty="0">
                <a:solidFill>
                  <a:srgbClr val="050505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値</a:t>
            </a:r>
            <a:endParaRPr lang="en-US" sz="1150" dirty="0"/>
          </a:p>
        </p:txBody>
      </p:sp>
      <p:sp>
        <p:nvSpPr>
          <p:cNvPr id="25" name="Shape 23"/>
          <p:cNvSpPr/>
          <p:nvPr/>
        </p:nvSpPr>
        <p:spPr>
          <a:xfrm>
            <a:off x="5718962" y="3634740"/>
            <a:ext cx="2820314" cy="886968"/>
          </a:xfrm>
          <a:prstGeom prst="rect">
            <a:avLst/>
          </a:prstGeom>
          <a:solidFill>
            <a:srgbClr val="E7F4F8"/>
          </a:solidFill>
          <a:ln/>
        </p:spPr>
      </p:sp>
      <p:sp>
        <p:nvSpPr>
          <p:cNvPr id="26" name="Text 24"/>
          <p:cNvSpPr/>
          <p:nvPr/>
        </p:nvSpPr>
        <p:spPr>
          <a:xfrm>
            <a:off x="5883554" y="3781044"/>
            <a:ext cx="2491130" cy="685800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t">
            <a:normAutofit/>
          </a:bodyPr>
          <a:lstStyle/>
          <a:p>
            <a:pPr algn="l" indent="0" marL="0">
              <a:buNone/>
            </a:pPr>
            <a:r>
              <a:rPr lang="en-US" sz="1150" dirty="0">
                <a:solidFill>
                  <a:srgbClr val="050505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値</a:t>
            </a:r>
            <a:endParaRPr lang="en-US" sz="1150" dirty="0"/>
          </a:p>
        </p:txBody>
      </p:sp>
      <p:sp>
        <p:nvSpPr>
          <p:cNvPr id="27" name="Text 25"/>
          <p:cNvSpPr/>
          <p:nvPr/>
        </p:nvSpPr>
        <p:spPr>
          <a:xfrm>
            <a:off x="576072" y="4869180"/>
            <a:ext cx="2103120" cy="777240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t">
            <a:normAutofit/>
          </a:bodyPr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50505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行見出し3</a:t>
            </a:r>
            <a:endParaRPr lang="en-US" sz="1200" dirty="0"/>
          </a:p>
        </p:txBody>
      </p:sp>
      <p:sp>
        <p:nvSpPr>
          <p:cNvPr id="28" name="Shape 26"/>
          <p:cNvSpPr/>
          <p:nvPr/>
        </p:nvSpPr>
        <p:spPr>
          <a:xfrm>
            <a:off x="2770632" y="4686300"/>
            <a:ext cx="2820314" cy="886968"/>
          </a:xfrm>
          <a:prstGeom prst="rect">
            <a:avLst/>
          </a:prstGeom>
          <a:solidFill>
            <a:srgbClr val="E7F4F8"/>
          </a:solidFill>
          <a:ln/>
        </p:spPr>
      </p:sp>
      <p:sp>
        <p:nvSpPr>
          <p:cNvPr id="29" name="Text 27"/>
          <p:cNvSpPr/>
          <p:nvPr/>
        </p:nvSpPr>
        <p:spPr>
          <a:xfrm>
            <a:off x="2935224" y="4832604"/>
            <a:ext cx="2491130" cy="685800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t">
            <a:normAutofit/>
          </a:bodyPr>
          <a:lstStyle/>
          <a:p>
            <a:pPr algn="l" indent="0" marL="0">
              <a:buNone/>
            </a:pPr>
            <a:r>
              <a:rPr lang="en-US" sz="1150" dirty="0">
                <a:solidFill>
                  <a:srgbClr val="050505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値</a:t>
            </a:r>
            <a:endParaRPr lang="en-US" sz="1150" dirty="0"/>
          </a:p>
        </p:txBody>
      </p:sp>
      <p:sp>
        <p:nvSpPr>
          <p:cNvPr id="30" name="Shape 28"/>
          <p:cNvSpPr/>
          <p:nvPr/>
        </p:nvSpPr>
        <p:spPr>
          <a:xfrm>
            <a:off x="5718962" y="4686300"/>
            <a:ext cx="2820314" cy="886968"/>
          </a:xfrm>
          <a:prstGeom prst="rect">
            <a:avLst/>
          </a:prstGeom>
          <a:solidFill>
            <a:srgbClr val="E7F4F8"/>
          </a:solidFill>
          <a:ln/>
        </p:spPr>
      </p:sp>
      <p:sp>
        <p:nvSpPr>
          <p:cNvPr id="31" name="Text 29"/>
          <p:cNvSpPr/>
          <p:nvPr/>
        </p:nvSpPr>
        <p:spPr>
          <a:xfrm>
            <a:off x="5883554" y="4832604"/>
            <a:ext cx="2491130" cy="685800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t">
            <a:normAutofit/>
          </a:bodyPr>
          <a:lstStyle/>
          <a:p>
            <a:pPr algn="l" indent="0" marL="0">
              <a:buNone/>
            </a:pPr>
            <a:r>
              <a:rPr lang="en-US" sz="1150" dirty="0">
                <a:solidFill>
                  <a:srgbClr val="050505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値</a:t>
            </a:r>
            <a:endParaRPr lang="en-US" sz="1150" dirty="0"/>
          </a:p>
        </p:txBody>
      </p:sp>
      <p:sp>
        <p:nvSpPr>
          <p:cNvPr id="32" name="Shape 30"/>
          <p:cNvSpPr/>
          <p:nvPr/>
        </p:nvSpPr>
        <p:spPr>
          <a:xfrm>
            <a:off x="8667293" y="4686300"/>
            <a:ext cx="2820314" cy="886968"/>
          </a:xfrm>
          <a:prstGeom prst="rect">
            <a:avLst/>
          </a:prstGeom>
          <a:solidFill>
            <a:srgbClr val="E7F4F8"/>
          </a:solidFill>
          <a:ln/>
        </p:spPr>
      </p:sp>
      <p:sp>
        <p:nvSpPr>
          <p:cNvPr id="33" name="Text 31"/>
          <p:cNvSpPr/>
          <p:nvPr/>
        </p:nvSpPr>
        <p:spPr>
          <a:xfrm>
            <a:off x="8831885" y="4832604"/>
            <a:ext cx="2491130" cy="685800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t">
            <a:normAutofit/>
          </a:bodyPr>
          <a:lstStyle/>
          <a:p>
            <a:pPr algn="l" indent="0" marL="0">
              <a:buNone/>
            </a:pPr>
            <a:r>
              <a:rPr lang="en-US" sz="1150" dirty="0">
                <a:solidFill>
                  <a:srgbClr val="050505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値</a:t>
            </a:r>
            <a:endParaRPr lang="en-US" sz="115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76072" y="320040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b">
            <a:normAutofit/>
          </a:bodyPr>
          <a:lstStyle/>
          <a:p>
            <a:pPr indent="0" marL="0">
              <a:buNone/>
            </a:pPr>
            <a:r>
              <a:rPr lang="en-US" sz="1400" dirty="0">
                <a:solidFill>
                  <a:srgbClr val="050505"/>
                </a:solidFill>
                <a:latin typeface="Yu Mincho Demibold" pitchFamily="34" charset="0"/>
                <a:ea typeface="Yu Mincho Demibold" pitchFamily="34" charset="-122"/>
                <a:cs typeface="Yu Mincho Demibold" pitchFamily="34" charset="-120"/>
              </a:rPr>
              <a:t>スライド型カタログ</a:t>
            </a:r>
            <a:endParaRPr lang="en-US" sz="1400" dirty="0"/>
          </a:p>
        </p:txBody>
      </p:sp>
      <p:sp>
        <p:nvSpPr>
          <p:cNvPr id="3" name="Text 1"/>
          <p:cNvSpPr/>
          <p:nvPr/>
        </p:nvSpPr>
        <p:spPr>
          <a:xfrm>
            <a:off x="7043623" y="411480"/>
            <a:ext cx="4572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800" dirty="0">
                <a:solidFill>
                  <a:srgbClr val="666B70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17  NESTED_ROW_MATRIX</a:t>
            </a:r>
            <a:endParaRPr lang="en-US" sz="800" dirty="0"/>
          </a:p>
        </p:txBody>
      </p:sp>
      <p:sp>
        <p:nvSpPr>
          <p:cNvPr id="4" name="Shape 2"/>
          <p:cNvSpPr/>
          <p:nvPr/>
        </p:nvSpPr>
        <p:spPr>
          <a:xfrm>
            <a:off x="576072" y="784555"/>
            <a:ext cx="11039551" cy="0"/>
          </a:xfrm>
          <a:prstGeom prst="line">
            <a:avLst/>
          </a:prstGeom>
          <a:noFill/>
          <a:ln w="13970">
            <a:solidFill>
              <a:srgbClr val="050505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576072" y="914400"/>
            <a:ext cx="11039551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2200" dirty="0">
                <a:solidFill>
                  <a:srgbClr val="050505"/>
                </a:solidFill>
                <a:latin typeface="Yu Mincho Demibold" pitchFamily="34" charset="0"/>
                <a:ea typeface="Yu Mincho Demibold" pitchFamily="34" charset="-122"/>
                <a:cs typeface="Yu Mincho Demibold" pitchFamily="34" charset="-120"/>
              </a:rPr>
              <a:t>入れ子行の行列</a:t>
            </a:r>
            <a:endParaRPr lang="en-US" sz="2200" dirty="0"/>
          </a:p>
        </p:txBody>
      </p:sp>
      <p:sp>
        <p:nvSpPr>
          <p:cNvPr id="6" name="Text 4"/>
          <p:cNvSpPr/>
          <p:nvPr/>
        </p:nvSpPr>
        <p:spPr>
          <a:xfrm>
            <a:off x="576072" y="6245352"/>
            <a:ext cx="89611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750" dirty="0">
                <a:solidFill>
                  <a:srgbClr val="666B70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出典：Source 1</a:t>
            </a:r>
            <a:endParaRPr lang="en-US" sz="750" dirty="0"/>
          </a:p>
        </p:txBody>
      </p:sp>
      <p:sp>
        <p:nvSpPr>
          <p:cNvPr id="7" name="Shape 5"/>
          <p:cNvSpPr/>
          <p:nvPr/>
        </p:nvSpPr>
        <p:spPr>
          <a:xfrm>
            <a:off x="576072" y="6483096"/>
            <a:ext cx="11039551" cy="0"/>
          </a:xfrm>
          <a:prstGeom prst="line">
            <a:avLst/>
          </a:prstGeom>
          <a:noFill/>
          <a:ln w="8890">
            <a:solidFill>
              <a:srgbClr val="D9DCDF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576072" y="6565392"/>
            <a:ext cx="54864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850" b="1" dirty="0">
                <a:solidFill>
                  <a:srgbClr val="050505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スライド型カタログ</a:t>
            </a:r>
            <a:endParaRPr lang="en-US" sz="850" dirty="0"/>
          </a:p>
        </p:txBody>
      </p:sp>
      <p:sp>
        <p:nvSpPr>
          <p:cNvPr id="9" name="Text 7"/>
          <p:cNvSpPr/>
          <p:nvPr/>
        </p:nvSpPr>
        <p:spPr>
          <a:xfrm>
            <a:off x="11249863" y="6565392"/>
            <a:ext cx="3657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666B70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18</a:t>
            </a:r>
            <a:endParaRPr lang="en-US" sz="750" dirty="0"/>
          </a:p>
        </p:txBody>
      </p:sp>
      <p:sp>
        <p:nvSpPr>
          <p:cNvPr id="10" name="Text 8"/>
          <p:cNvSpPr/>
          <p:nvPr/>
        </p:nvSpPr>
        <p:spPr>
          <a:xfrm>
            <a:off x="576072" y="1847088"/>
            <a:ext cx="2103120" cy="274320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t">
            <a:normAutofit/>
          </a:bodyPr>
          <a:lstStyle/>
          <a:p>
            <a:pPr algn="l" indent="0" marL="0">
              <a:buNone/>
            </a:pPr>
            <a:r>
              <a:rPr lang="en-US" sz="1250" b="1" dirty="0">
                <a:solidFill>
                  <a:srgbClr val="050505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大分類</a:t>
            </a:r>
            <a:endParaRPr lang="en-US" sz="1250" dirty="0"/>
          </a:p>
        </p:txBody>
      </p:sp>
      <p:sp>
        <p:nvSpPr>
          <p:cNvPr id="11" name="Text 9"/>
          <p:cNvSpPr/>
          <p:nvPr/>
        </p:nvSpPr>
        <p:spPr>
          <a:xfrm>
            <a:off x="2679192" y="1847088"/>
            <a:ext cx="2377440" cy="274320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t">
            <a:normAutofit/>
          </a:bodyPr>
          <a:lstStyle/>
          <a:p>
            <a:pPr algn="l" indent="0" marL="0">
              <a:buNone/>
            </a:pPr>
            <a:r>
              <a:rPr lang="en-US" sz="1250" b="1" dirty="0">
                <a:solidFill>
                  <a:srgbClr val="050505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小分類</a:t>
            </a:r>
            <a:endParaRPr lang="en-US" sz="1250" dirty="0"/>
          </a:p>
        </p:txBody>
      </p:sp>
      <p:sp>
        <p:nvSpPr>
          <p:cNvPr id="12" name="Text 10"/>
          <p:cNvSpPr/>
          <p:nvPr/>
        </p:nvSpPr>
        <p:spPr>
          <a:xfrm>
            <a:off x="5239512" y="1847088"/>
            <a:ext cx="6376111" cy="274320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t">
            <a:normAutofit/>
          </a:bodyPr>
          <a:lstStyle/>
          <a:p>
            <a:pPr algn="l" indent="0" marL="0">
              <a:buNone/>
            </a:pPr>
            <a:r>
              <a:rPr lang="en-US" sz="1250" b="1" dirty="0">
                <a:solidFill>
                  <a:srgbClr val="050505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内容</a:t>
            </a:r>
            <a:endParaRPr lang="en-US" sz="1250" dirty="0"/>
          </a:p>
        </p:txBody>
      </p:sp>
      <p:sp>
        <p:nvSpPr>
          <p:cNvPr id="13" name="Shape 11"/>
          <p:cNvSpPr/>
          <p:nvPr/>
        </p:nvSpPr>
        <p:spPr>
          <a:xfrm>
            <a:off x="576072" y="2176272"/>
            <a:ext cx="11039551" cy="0"/>
          </a:xfrm>
          <a:prstGeom prst="line">
            <a:avLst/>
          </a:prstGeom>
          <a:noFill/>
          <a:ln w="15240">
            <a:solidFill>
              <a:srgbClr val="050505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576072" y="2286000"/>
            <a:ext cx="0" cy="2236622"/>
          </a:xfrm>
          <a:prstGeom prst="line">
            <a:avLst/>
          </a:prstGeom>
          <a:noFill/>
          <a:ln w="25400">
            <a:solidFill>
              <a:srgbClr val="050505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704088" y="2286000"/>
            <a:ext cx="1883664" cy="2236622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>
            <a:normAutofit/>
          </a:bodyPr>
          <a:lstStyle/>
          <a:p>
            <a:pPr algn="l" indent="0" marL="0">
              <a:buNone/>
            </a:pPr>
            <a:r>
              <a:rPr lang="en-US" sz="1350" b="1" dirty="0">
                <a:solidFill>
                  <a:srgbClr val="050505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ラベル1</a:t>
            </a:r>
            <a:endParaRPr lang="en-US" sz="1350" dirty="0"/>
          </a:p>
        </p:txBody>
      </p:sp>
      <p:sp>
        <p:nvSpPr>
          <p:cNvPr id="16" name="Text 14"/>
          <p:cNvSpPr/>
          <p:nvPr/>
        </p:nvSpPr>
        <p:spPr>
          <a:xfrm>
            <a:off x="2679192" y="2304288"/>
            <a:ext cx="2194560" cy="641909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>
            <a:normAutofit/>
          </a:bodyPr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50505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ラベル2</a:t>
            </a:r>
            <a:endParaRPr lang="en-US" sz="1200" dirty="0"/>
          </a:p>
        </p:txBody>
      </p:sp>
      <p:sp>
        <p:nvSpPr>
          <p:cNvPr id="17" name="Text 15"/>
          <p:cNvSpPr/>
          <p:nvPr/>
        </p:nvSpPr>
        <p:spPr>
          <a:xfrm>
            <a:off x="5239512" y="2322576"/>
            <a:ext cx="6376111" cy="568757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t">
            <a:normAutofit/>
          </a:bodyPr>
          <a:lstStyle/>
          <a:p>
            <a:pPr algn="l" marL="152400" indent="-152400">
              <a:buSzPct val="100000"/>
              <a:buChar char="•"/>
            </a:pPr>
            <a:r>
              <a:rPr lang="en-US" sz="1150" dirty="0">
                <a:solidFill>
                  <a:srgbClr val="050505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Text 1</a:t>
            </a:r>
            <a:endParaRPr lang="en-US" sz="1150" dirty="0"/>
          </a:p>
          <a:p>
            <a:pPr algn="l" marL="152400" indent="-152400">
              <a:buSzPct val="100000"/>
              <a:buChar char="•"/>
            </a:pPr>
            <a:r>
              <a:rPr lang="en-US" sz="1150" dirty="0">
                <a:solidFill>
                  <a:srgbClr val="050505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Text 2</a:t>
            </a:r>
            <a:endParaRPr lang="en-US" sz="1150" dirty="0"/>
          </a:p>
        </p:txBody>
      </p:sp>
      <p:sp>
        <p:nvSpPr>
          <p:cNvPr id="18" name="Shape 16"/>
          <p:cNvSpPr/>
          <p:nvPr/>
        </p:nvSpPr>
        <p:spPr>
          <a:xfrm>
            <a:off x="2679192" y="3019349"/>
            <a:ext cx="8936431" cy="0"/>
          </a:xfrm>
          <a:prstGeom prst="line">
            <a:avLst/>
          </a:prstGeom>
          <a:noFill/>
          <a:ln w="7620">
            <a:solidFill>
              <a:srgbClr val="D9DCDF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2679192" y="3092501"/>
            <a:ext cx="2194560" cy="641909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>
            <a:normAutofit/>
          </a:bodyPr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50505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ラベル3</a:t>
            </a:r>
            <a:endParaRPr lang="en-US" sz="1200" dirty="0"/>
          </a:p>
        </p:txBody>
      </p:sp>
      <p:sp>
        <p:nvSpPr>
          <p:cNvPr id="20" name="Text 18"/>
          <p:cNvSpPr/>
          <p:nvPr/>
        </p:nvSpPr>
        <p:spPr>
          <a:xfrm>
            <a:off x="5239512" y="3110789"/>
            <a:ext cx="6376111" cy="568757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t">
            <a:normAutofit/>
          </a:bodyPr>
          <a:lstStyle/>
          <a:p>
            <a:pPr algn="l" marL="152400" indent="-152400">
              <a:buSzPct val="100000"/>
              <a:buChar char="•"/>
            </a:pPr>
            <a:r>
              <a:rPr lang="en-US" sz="1150" dirty="0">
                <a:solidFill>
                  <a:srgbClr val="050505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Text 3</a:t>
            </a:r>
            <a:endParaRPr lang="en-US" sz="1150" dirty="0"/>
          </a:p>
          <a:p>
            <a:pPr algn="l" marL="152400" indent="-152400">
              <a:buSzPct val="100000"/>
              <a:buChar char="•"/>
            </a:pPr>
            <a:r>
              <a:rPr lang="en-US" sz="1150" dirty="0">
                <a:solidFill>
                  <a:srgbClr val="050505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Text 4</a:t>
            </a:r>
            <a:endParaRPr lang="en-US" sz="1150" dirty="0"/>
          </a:p>
        </p:txBody>
      </p:sp>
      <p:sp>
        <p:nvSpPr>
          <p:cNvPr id="21" name="Shape 19"/>
          <p:cNvSpPr/>
          <p:nvPr/>
        </p:nvSpPr>
        <p:spPr>
          <a:xfrm>
            <a:off x="2679192" y="3807562"/>
            <a:ext cx="8936431" cy="0"/>
          </a:xfrm>
          <a:prstGeom prst="line">
            <a:avLst/>
          </a:prstGeom>
          <a:noFill/>
          <a:ln w="7620">
            <a:solidFill>
              <a:srgbClr val="D9DCDF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2679192" y="3880714"/>
            <a:ext cx="2194560" cy="641909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>
            <a:normAutofit/>
          </a:bodyPr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50505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ラベル4</a:t>
            </a:r>
            <a:endParaRPr lang="en-US" sz="1200" dirty="0"/>
          </a:p>
        </p:txBody>
      </p:sp>
      <p:sp>
        <p:nvSpPr>
          <p:cNvPr id="23" name="Text 21"/>
          <p:cNvSpPr/>
          <p:nvPr/>
        </p:nvSpPr>
        <p:spPr>
          <a:xfrm>
            <a:off x="5239512" y="3899002"/>
            <a:ext cx="6376111" cy="568757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t">
            <a:normAutofit/>
          </a:bodyPr>
          <a:lstStyle/>
          <a:p>
            <a:pPr algn="l" marL="152400" indent="-152400">
              <a:buSzPct val="100000"/>
              <a:buChar char="•"/>
            </a:pPr>
            <a:r>
              <a:rPr lang="en-US" sz="1150" dirty="0">
                <a:solidFill>
                  <a:srgbClr val="050505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Text 5</a:t>
            </a:r>
            <a:endParaRPr lang="en-US" sz="1150" dirty="0"/>
          </a:p>
          <a:p>
            <a:pPr algn="l" marL="152400" indent="-152400">
              <a:buSzPct val="100000"/>
              <a:buChar char="•"/>
            </a:pPr>
            <a:r>
              <a:rPr lang="en-US" sz="1150" dirty="0">
                <a:solidFill>
                  <a:srgbClr val="050505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Text 6</a:t>
            </a:r>
            <a:endParaRPr lang="en-US" sz="1150" dirty="0"/>
          </a:p>
        </p:txBody>
      </p:sp>
      <p:sp>
        <p:nvSpPr>
          <p:cNvPr id="24" name="Shape 22"/>
          <p:cNvSpPr/>
          <p:nvPr/>
        </p:nvSpPr>
        <p:spPr>
          <a:xfrm>
            <a:off x="576072" y="4650638"/>
            <a:ext cx="0" cy="1448410"/>
          </a:xfrm>
          <a:prstGeom prst="line">
            <a:avLst/>
          </a:prstGeom>
          <a:noFill/>
          <a:ln w="25400">
            <a:solidFill>
              <a:srgbClr val="050505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704088" y="4650638"/>
            <a:ext cx="1883664" cy="1448410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>
            <a:normAutofit/>
          </a:bodyPr>
          <a:lstStyle/>
          <a:p>
            <a:pPr algn="l" indent="0" marL="0">
              <a:buNone/>
            </a:pPr>
            <a:r>
              <a:rPr lang="en-US" sz="1350" b="1" dirty="0">
                <a:solidFill>
                  <a:srgbClr val="050505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ラベル5</a:t>
            </a:r>
            <a:endParaRPr lang="en-US" sz="1350" dirty="0"/>
          </a:p>
        </p:txBody>
      </p:sp>
      <p:sp>
        <p:nvSpPr>
          <p:cNvPr id="26" name="Shape 24"/>
          <p:cNvSpPr/>
          <p:nvPr/>
        </p:nvSpPr>
        <p:spPr>
          <a:xfrm>
            <a:off x="576072" y="4595774"/>
            <a:ext cx="11039551" cy="0"/>
          </a:xfrm>
          <a:prstGeom prst="line">
            <a:avLst/>
          </a:prstGeom>
          <a:noFill/>
          <a:ln w="11430">
            <a:solidFill>
              <a:srgbClr val="666B70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2679192" y="4668926"/>
            <a:ext cx="2194560" cy="641909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>
            <a:normAutofit/>
          </a:bodyPr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50505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ラベル6</a:t>
            </a:r>
            <a:endParaRPr lang="en-US" sz="1200" dirty="0"/>
          </a:p>
        </p:txBody>
      </p:sp>
      <p:sp>
        <p:nvSpPr>
          <p:cNvPr id="28" name="Text 26"/>
          <p:cNvSpPr/>
          <p:nvPr/>
        </p:nvSpPr>
        <p:spPr>
          <a:xfrm>
            <a:off x="5239512" y="4687214"/>
            <a:ext cx="6376111" cy="568757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t">
            <a:normAutofit/>
          </a:bodyPr>
          <a:lstStyle/>
          <a:p>
            <a:pPr algn="l" marL="152400" indent="-152400">
              <a:buSzPct val="100000"/>
              <a:buChar char="•"/>
            </a:pPr>
            <a:r>
              <a:rPr lang="en-US" sz="1150" dirty="0">
                <a:solidFill>
                  <a:srgbClr val="050505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Text 7</a:t>
            </a:r>
            <a:endParaRPr lang="en-US" sz="1150" dirty="0"/>
          </a:p>
        </p:txBody>
      </p:sp>
      <p:sp>
        <p:nvSpPr>
          <p:cNvPr id="29" name="Shape 27"/>
          <p:cNvSpPr/>
          <p:nvPr/>
        </p:nvSpPr>
        <p:spPr>
          <a:xfrm>
            <a:off x="2679192" y="5383987"/>
            <a:ext cx="8936431" cy="0"/>
          </a:xfrm>
          <a:prstGeom prst="line">
            <a:avLst/>
          </a:prstGeom>
          <a:noFill/>
          <a:ln w="7620">
            <a:solidFill>
              <a:srgbClr val="D9DCDF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2679192" y="5457139"/>
            <a:ext cx="2194560" cy="641909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>
            <a:normAutofit/>
          </a:bodyPr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50505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ラベル7</a:t>
            </a:r>
            <a:endParaRPr lang="en-US" sz="1200" dirty="0"/>
          </a:p>
        </p:txBody>
      </p:sp>
      <p:sp>
        <p:nvSpPr>
          <p:cNvPr id="31" name="Text 29"/>
          <p:cNvSpPr/>
          <p:nvPr/>
        </p:nvSpPr>
        <p:spPr>
          <a:xfrm>
            <a:off x="5239512" y="5475427"/>
            <a:ext cx="6376111" cy="568757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t">
            <a:normAutofit/>
          </a:bodyPr>
          <a:lstStyle/>
          <a:p>
            <a:pPr algn="l" marL="152400" indent="-152400">
              <a:buSzPct val="100000"/>
              <a:buChar char="•"/>
            </a:pPr>
            <a:r>
              <a:rPr lang="en-US" sz="1150" dirty="0">
                <a:solidFill>
                  <a:srgbClr val="050505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Text 8</a:t>
            </a:r>
            <a:endParaRPr lang="en-US" sz="115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76072" y="320040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b">
            <a:normAutofit/>
          </a:bodyPr>
          <a:lstStyle/>
          <a:p>
            <a:pPr indent="0" marL="0">
              <a:buNone/>
            </a:pPr>
            <a:r>
              <a:rPr lang="en-US" sz="1400" dirty="0">
                <a:solidFill>
                  <a:srgbClr val="050505"/>
                </a:solidFill>
                <a:latin typeface="Yu Mincho Demibold" pitchFamily="34" charset="0"/>
                <a:ea typeface="Yu Mincho Demibold" pitchFamily="34" charset="-122"/>
                <a:cs typeface="Yu Mincho Demibold" pitchFamily="34" charset="-120"/>
              </a:rPr>
              <a:t>スライド型カタログ</a:t>
            </a:r>
            <a:endParaRPr lang="en-US" sz="1400" dirty="0"/>
          </a:p>
        </p:txBody>
      </p:sp>
      <p:sp>
        <p:nvSpPr>
          <p:cNvPr id="3" name="Text 1"/>
          <p:cNvSpPr/>
          <p:nvPr/>
        </p:nvSpPr>
        <p:spPr>
          <a:xfrm>
            <a:off x="7043623" y="411480"/>
            <a:ext cx="4572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800" dirty="0">
                <a:solidFill>
                  <a:srgbClr val="666B70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18  TIMELINE_MATRIX</a:t>
            </a:r>
            <a:endParaRPr lang="en-US" sz="800" dirty="0"/>
          </a:p>
        </p:txBody>
      </p:sp>
      <p:sp>
        <p:nvSpPr>
          <p:cNvPr id="4" name="Shape 2"/>
          <p:cNvSpPr/>
          <p:nvPr/>
        </p:nvSpPr>
        <p:spPr>
          <a:xfrm>
            <a:off x="576072" y="784555"/>
            <a:ext cx="11039551" cy="0"/>
          </a:xfrm>
          <a:prstGeom prst="line">
            <a:avLst/>
          </a:prstGeom>
          <a:noFill/>
          <a:ln w="13970">
            <a:solidFill>
              <a:srgbClr val="050505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576072" y="914400"/>
            <a:ext cx="11039551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2200" dirty="0">
                <a:solidFill>
                  <a:srgbClr val="050505"/>
                </a:solidFill>
                <a:latin typeface="Yu Mincho Demibold" pitchFamily="34" charset="0"/>
                <a:ea typeface="Yu Mincho Demibold" pitchFamily="34" charset="-122"/>
                <a:cs typeface="Yu Mincho Demibold" pitchFamily="34" charset="-120"/>
              </a:rPr>
              <a:t>時系列マトリクス</a:t>
            </a:r>
            <a:endParaRPr lang="en-US" sz="2200" dirty="0"/>
          </a:p>
        </p:txBody>
      </p:sp>
      <p:sp>
        <p:nvSpPr>
          <p:cNvPr id="6" name="Text 4"/>
          <p:cNvSpPr/>
          <p:nvPr/>
        </p:nvSpPr>
        <p:spPr>
          <a:xfrm>
            <a:off x="576072" y="6245352"/>
            <a:ext cx="89611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750" dirty="0">
                <a:solidFill>
                  <a:srgbClr val="666B70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出典：Source 1</a:t>
            </a:r>
            <a:endParaRPr lang="en-US" sz="750" dirty="0"/>
          </a:p>
        </p:txBody>
      </p:sp>
      <p:sp>
        <p:nvSpPr>
          <p:cNvPr id="7" name="Shape 5"/>
          <p:cNvSpPr/>
          <p:nvPr/>
        </p:nvSpPr>
        <p:spPr>
          <a:xfrm>
            <a:off x="576072" y="6483096"/>
            <a:ext cx="11039551" cy="0"/>
          </a:xfrm>
          <a:prstGeom prst="line">
            <a:avLst/>
          </a:prstGeom>
          <a:noFill/>
          <a:ln w="8890">
            <a:solidFill>
              <a:srgbClr val="D9DCDF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576072" y="6565392"/>
            <a:ext cx="54864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850" b="1" dirty="0">
                <a:solidFill>
                  <a:srgbClr val="050505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スライド型カタログ</a:t>
            </a:r>
            <a:endParaRPr lang="en-US" sz="850" dirty="0"/>
          </a:p>
        </p:txBody>
      </p:sp>
      <p:sp>
        <p:nvSpPr>
          <p:cNvPr id="9" name="Text 7"/>
          <p:cNvSpPr/>
          <p:nvPr/>
        </p:nvSpPr>
        <p:spPr>
          <a:xfrm>
            <a:off x="11249863" y="6565392"/>
            <a:ext cx="3657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666B70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19</a:t>
            </a:r>
            <a:endParaRPr lang="en-US" sz="750" dirty="0"/>
          </a:p>
        </p:txBody>
      </p:sp>
      <p:sp>
        <p:nvSpPr>
          <p:cNvPr id="10" name="Text 8"/>
          <p:cNvSpPr/>
          <p:nvPr/>
        </p:nvSpPr>
        <p:spPr>
          <a:xfrm>
            <a:off x="576072" y="2258568"/>
            <a:ext cx="1828800" cy="274320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t">
            <a:normAutofit/>
          </a:bodyPr>
          <a:lstStyle/>
          <a:p>
            <a:pPr algn="l" indent="0" marL="0">
              <a:buNone/>
            </a:pPr>
            <a:r>
              <a:rPr lang="en-US" sz="1250" b="1" dirty="0">
                <a:solidFill>
                  <a:srgbClr val="050505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Phase</a:t>
            </a:r>
            <a:endParaRPr lang="en-US" sz="1250" dirty="0"/>
          </a:p>
        </p:txBody>
      </p:sp>
      <p:sp>
        <p:nvSpPr>
          <p:cNvPr id="11" name="Shape 9"/>
          <p:cNvSpPr/>
          <p:nvPr/>
        </p:nvSpPr>
        <p:spPr>
          <a:xfrm>
            <a:off x="576072" y="2587752"/>
            <a:ext cx="1645920" cy="0"/>
          </a:xfrm>
          <a:prstGeom prst="line">
            <a:avLst/>
          </a:prstGeom>
          <a:noFill/>
          <a:ln w="17780">
            <a:solidFill>
              <a:srgbClr val="050505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2404872" y="2258568"/>
            <a:ext cx="2887370" cy="274320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t">
            <a:normAutofit/>
          </a:bodyPr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50505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列見出し1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2404872" y="2587752"/>
            <a:ext cx="2887370" cy="0"/>
          </a:xfrm>
          <a:prstGeom prst="line">
            <a:avLst/>
          </a:prstGeom>
          <a:noFill/>
          <a:ln w="17780">
            <a:solidFill>
              <a:srgbClr val="050505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5475122" y="2258568"/>
            <a:ext cx="2887370" cy="274320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t">
            <a:normAutofit/>
          </a:bodyPr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50505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列見出し2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5475122" y="2587752"/>
            <a:ext cx="2887370" cy="0"/>
          </a:xfrm>
          <a:prstGeom prst="line">
            <a:avLst/>
          </a:prstGeom>
          <a:noFill/>
          <a:ln w="17780">
            <a:solidFill>
              <a:srgbClr val="050505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8545373" y="2258568"/>
            <a:ext cx="2887370" cy="274320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t">
            <a:normAutofit/>
          </a:bodyPr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50505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列見出し3</a:t>
            </a:r>
            <a:endParaRPr lang="en-US" sz="1200" dirty="0"/>
          </a:p>
        </p:txBody>
      </p:sp>
      <p:sp>
        <p:nvSpPr>
          <p:cNvPr id="17" name="Shape 15"/>
          <p:cNvSpPr/>
          <p:nvPr/>
        </p:nvSpPr>
        <p:spPr>
          <a:xfrm>
            <a:off x="8545373" y="2587752"/>
            <a:ext cx="2887370" cy="0"/>
          </a:xfrm>
          <a:prstGeom prst="line">
            <a:avLst/>
          </a:prstGeom>
          <a:noFill/>
          <a:ln w="17780">
            <a:solidFill>
              <a:srgbClr val="050505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576072" y="2871216"/>
            <a:ext cx="1645920" cy="457200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t">
            <a:normAutofit/>
          </a:bodyPr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1E5F8C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期間1</a:t>
            </a:r>
            <a:endParaRPr lang="en-US" sz="1300" dirty="0"/>
          </a:p>
        </p:txBody>
      </p:sp>
      <p:sp>
        <p:nvSpPr>
          <p:cNvPr id="19" name="Text 17"/>
          <p:cNvSpPr/>
          <p:nvPr/>
        </p:nvSpPr>
        <p:spPr>
          <a:xfrm>
            <a:off x="2404872" y="2871216"/>
            <a:ext cx="2887370" cy="731520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t">
            <a:normAutofit/>
          </a:bodyPr>
          <a:lstStyle/>
          <a:p>
            <a:pPr algn="l" indent="0" marL="0">
              <a:buNone/>
            </a:pPr>
            <a:r>
              <a:rPr lang="en-US" sz="1200" dirty="0">
                <a:solidFill>
                  <a:srgbClr val="050505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値</a:t>
            </a:r>
            <a:endParaRPr lang="en-US" sz="1200" dirty="0"/>
          </a:p>
        </p:txBody>
      </p:sp>
      <p:sp>
        <p:nvSpPr>
          <p:cNvPr id="20" name="Text 18"/>
          <p:cNvSpPr/>
          <p:nvPr/>
        </p:nvSpPr>
        <p:spPr>
          <a:xfrm>
            <a:off x="5475122" y="2871216"/>
            <a:ext cx="2887370" cy="731520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t">
            <a:normAutofit/>
          </a:bodyPr>
          <a:lstStyle/>
          <a:p>
            <a:pPr algn="l" indent="0" marL="0">
              <a:buNone/>
            </a:pPr>
            <a:r>
              <a:rPr lang="en-US" sz="1200" dirty="0">
                <a:solidFill>
                  <a:srgbClr val="050505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値</a:t>
            </a:r>
            <a:endParaRPr lang="en-US" sz="1200" dirty="0"/>
          </a:p>
        </p:txBody>
      </p:sp>
      <p:sp>
        <p:nvSpPr>
          <p:cNvPr id="21" name="Text 19"/>
          <p:cNvSpPr/>
          <p:nvPr/>
        </p:nvSpPr>
        <p:spPr>
          <a:xfrm>
            <a:off x="8545373" y="2871216"/>
            <a:ext cx="2887370" cy="731520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t">
            <a:normAutofit/>
          </a:bodyPr>
          <a:lstStyle/>
          <a:p>
            <a:pPr algn="l" indent="0" marL="0">
              <a:buNone/>
            </a:pPr>
            <a:r>
              <a:rPr lang="en-US" sz="1200" dirty="0">
                <a:solidFill>
                  <a:srgbClr val="050505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値</a:t>
            </a:r>
            <a:endParaRPr lang="en-US" sz="1200" dirty="0"/>
          </a:p>
        </p:txBody>
      </p:sp>
      <p:sp>
        <p:nvSpPr>
          <p:cNvPr id="22" name="Shape 20"/>
          <p:cNvSpPr/>
          <p:nvPr/>
        </p:nvSpPr>
        <p:spPr>
          <a:xfrm>
            <a:off x="576072" y="3639312"/>
            <a:ext cx="11039551" cy="0"/>
          </a:xfrm>
          <a:prstGeom prst="line">
            <a:avLst/>
          </a:prstGeom>
          <a:noFill/>
          <a:ln w="6350">
            <a:solidFill>
              <a:srgbClr val="D9DCDF"/>
            </a:solidFill>
            <a:prstDash val="dash"/>
          </a:ln>
        </p:spPr>
      </p:sp>
      <p:sp>
        <p:nvSpPr>
          <p:cNvPr id="23" name="Text 21"/>
          <p:cNvSpPr/>
          <p:nvPr/>
        </p:nvSpPr>
        <p:spPr>
          <a:xfrm>
            <a:off x="576072" y="3785616"/>
            <a:ext cx="1645920" cy="457200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t">
            <a:normAutofit/>
          </a:bodyPr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1E5F8C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期間2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2404872" y="3785616"/>
            <a:ext cx="2887370" cy="731520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t">
            <a:normAutofit/>
          </a:bodyPr>
          <a:lstStyle/>
          <a:p>
            <a:pPr algn="l" indent="0" marL="0">
              <a:buNone/>
            </a:pPr>
            <a:r>
              <a:rPr lang="en-US" sz="1200" dirty="0">
                <a:solidFill>
                  <a:srgbClr val="050505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値</a:t>
            </a:r>
            <a:endParaRPr lang="en-US" sz="1200" dirty="0"/>
          </a:p>
        </p:txBody>
      </p:sp>
      <p:sp>
        <p:nvSpPr>
          <p:cNvPr id="25" name="Text 23"/>
          <p:cNvSpPr/>
          <p:nvPr/>
        </p:nvSpPr>
        <p:spPr>
          <a:xfrm>
            <a:off x="5475122" y="3785616"/>
            <a:ext cx="2887370" cy="731520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t">
            <a:normAutofit/>
          </a:bodyPr>
          <a:lstStyle/>
          <a:p>
            <a:pPr algn="l" indent="0" marL="0">
              <a:buNone/>
            </a:pPr>
            <a:r>
              <a:rPr lang="en-US" sz="1200" dirty="0">
                <a:solidFill>
                  <a:srgbClr val="050505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値</a:t>
            </a:r>
            <a:endParaRPr lang="en-US" sz="1200" dirty="0"/>
          </a:p>
        </p:txBody>
      </p:sp>
      <p:sp>
        <p:nvSpPr>
          <p:cNvPr id="26" name="Text 24"/>
          <p:cNvSpPr/>
          <p:nvPr/>
        </p:nvSpPr>
        <p:spPr>
          <a:xfrm>
            <a:off x="8545373" y="3785616"/>
            <a:ext cx="2887370" cy="731520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t">
            <a:normAutofit/>
          </a:bodyPr>
          <a:lstStyle/>
          <a:p>
            <a:pPr algn="l" indent="0" marL="0">
              <a:buNone/>
            </a:pPr>
            <a:r>
              <a:rPr lang="en-US" sz="1200" dirty="0">
                <a:solidFill>
                  <a:srgbClr val="050505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値</a:t>
            </a:r>
            <a:endParaRPr lang="en-US" sz="1200" dirty="0"/>
          </a:p>
        </p:txBody>
      </p:sp>
      <p:sp>
        <p:nvSpPr>
          <p:cNvPr id="27" name="Shape 25"/>
          <p:cNvSpPr/>
          <p:nvPr/>
        </p:nvSpPr>
        <p:spPr>
          <a:xfrm>
            <a:off x="576072" y="4553712"/>
            <a:ext cx="11039551" cy="0"/>
          </a:xfrm>
          <a:prstGeom prst="line">
            <a:avLst/>
          </a:prstGeom>
          <a:noFill/>
          <a:ln w="6350">
            <a:solidFill>
              <a:srgbClr val="D9DCDF"/>
            </a:solidFill>
            <a:prstDash val="dash"/>
          </a:ln>
        </p:spPr>
      </p:sp>
      <p:sp>
        <p:nvSpPr>
          <p:cNvPr id="28" name="Text 26"/>
          <p:cNvSpPr/>
          <p:nvPr/>
        </p:nvSpPr>
        <p:spPr>
          <a:xfrm>
            <a:off x="576072" y="4700016"/>
            <a:ext cx="1645920" cy="457200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t">
            <a:normAutofit/>
          </a:bodyPr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1E5F8C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期間3</a:t>
            </a:r>
            <a:endParaRPr lang="en-US" sz="1300" dirty="0"/>
          </a:p>
        </p:txBody>
      </p:sp>
      <p:sp>
        <p:nvSpPr>
          <p:cNvPr id="29" name="Text 27"/>
          <p:cNvSpPr/>
          <p:nvPr/>
        </p:nvSpPr>
        <p:spPr>
          <a:xfrm>
            <a:off x="2404872" y="4700016"/>
            <a:ext cx="2887370" cy="731520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t">
            <a:normAutofit/>
          </a:bodyPr>
          <a:lstStyle/>
          <a:p>
            <a:pPr algn="l" indent="0" marL="0">
              <a:buNone/>
            </a:pPr>
            <a:r>
              <a:rPr lang="en-US" sz="1200" dirty="0">
                <a:solidFill>
                  <a:srgbClr val="050505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値</a:t>
            </a:r>
            <a:endParaRPr lang="en-US" sz="1200" dirty="0"/>
          </a:p>
        </p:txBody>
      </p:sp>
      <p:sp>
        <p:nvSpPr>
          <p:cNvPr id="30" name="Text 28"/>
          <p:cNvSpPr/>
          <p:nvPr/>
        </p:nvSpPr>
        <p:spPr>
          <a:xfrm>
            <a:off x="5475122" y="4700016"/>
            <a:ext cx="2887370" cy="731520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t">
            <a:normAutofit/>
          </a:bodyPr>
          <a:lstStyle/>
          <a:p>
            <a:pPr algn="l" indent="0" marL="0">
              <a:buNone/>
            </a:pPr>
            <a:r>
              <a:rPr lang="en-US" sz="1200" dirty="0">
                <a:solidFill>
                  <a:srgbClr val="050505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値</a:t>
            </a:r>
            <a:endParaRPr lang="en-US" sz="1200" dirty="0"/>
          </a:p>
        </p:txBody>
      </p:sp>
      <p:sp>
        <p:nvSpPr>
          <p:cNvPr id="31" name="Text 29"/>
          <p:cNvSpPr/>
          <p:nvPr/>
        </p:nvSpPr>
        <p:spPr>
          <a:xfrm>
            <a:off x="8545373" y="4700016"/>
            <a:ext cx="2887370" cy="731520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t">
            <a:normAutofit/>
          </a:bodyPr>
          <a:lstStyle/>
          <a:p>
            <a:pPr algn="l" indent="0" marL="0">
              <a:buNone/>
            </a:pPr>
            <a:r>
              <a:rPr lang="en-US" sz="1200" dirty="0">
                <a:solidFill>
                  <a:srgbClr val="050505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値</a:t>
            </a:r>
            <a:endParaRPr lang="en-US" sz="1200" dirty="0"/>
          </a:p>
        </p:txBody>
      </p:sp>
      <p:sp>
        <p:nvSpPr>
          <p:cNvPr id="32" name="Shape 30"/>
          <p:cNvSpPr/>
          <p:nvPr/>
        </p:nvSpPr>
        <p:spPr>
          <a:xfrm>
            <a:off x="576072" y="5468112"/>
            <a:ext cx="11039551" cy="0"/>
          </a:xfrm>
          <a:prstGeom prst="line">
            <a:avLst/>
          </a:prstGeom>
          <a:noFill/>
          <a:ln w="6350">
            <a:solidFill>
              <a:srgbClr val="D9DCDF"/>
            </a:solidFill>
            <a:prstDash val="dash"/>
          </a:ln>
        </p:spPr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76072" y="320040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b">
            <a:normAutofit/>
          </a:bodyPr>
          <a:lstStyle/>
          <a:p>
            <a:pPr indent="0" marL="0">
              <a:buNone/>
            </a:pPr>
            <a:r>
              <a:rPr lang="en-US" sz="1400" dirty="0">
                <a:solidFill>
                  <a:srgbClr val="050505"/>
                </a:solidFill>
                <a:latin typeface="Yu Mincho Demibold" pitchFamily="34" charset="0"/>
                <a:ea typeface="Yu Mincho Demibold" pitchFamily="34" charset="-122"/>
                <a:cs typeface="Yu Mincho Demibold" pitchFamily="34" charset="-120"/>
              </a:rPr>
              <a:t>スライド型カタログ</a:t>
            </a:r>
            <a:endParaRPr lang="en-US" sz="1400" dirty="0"/>
          </a:p>
        </p:txBody>
      </p:sp>
      <p:sp>
        <p:nvSpPr>
          <p:cNvPr id="3" name="Text 1"/>
          <p:cNvSpPr/>
          <p:nvPr/>
        </p:nvSpPr>
        <p:spPr>
          <a:xfrm>
            <a:off x="7043623" y="411480"/>
            <a:ext cx="4572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800" dirty="0">
                <a:solidFill>
                  <a:srgbClr val="666B70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19  THEME_CARD_GRID</a:t>
            </a:r>
            <a:endParaRPr lang="en-US" sz="800" dirty="0"/>
          </a:p>
        </p:txBody>
      </p:sp>
      <p:sp>
        <p:nvSpPr>
          <p:cNvPr id="4" name="Shape 2"/>
          <p:cNvSpPr/>
          <p:nvPr/>
        </p:nvSpPr>
        <p:spPr>
          <a:xfrm>
            <a:off x="576072" y="784555"/>
            <a:ext cx="11039551" cy="0"/>
          </a:xfrm>
          <a:prstGeom prst="line">
            <a:avLst/>
          </a:prstGeom>
          <a:noFill/>
          <a:ln w="13970">
            <a:solidFill>
              <a:srgbClr val="050505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576072" y="914400"/>
            <a:ext cx="11039551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2200" dirty="0">
                <a:solidFill>
                  <a:srgbClr val="050505"/>
                </a:solidFill>
                <a:latin typeface="Yu Mincho Demibold" pitchFamily="34" charset="0"/>
                <a:ea typeface="Yu Mincho Demibold" pitchFamily="34" charset="-122"/>
                <a:cs typeface="Yu Mincho Demibold" pitchFamily="34" charset="-120"/>
              </a:rPr>
              <a:t>テーマカード</a:t>
            </a:r>
            <a:endParaRPr lang="en-US" sz="2200" dirty="0"/>
          </a:p>
        </p:txBody>
      </p:sp>
      <p:sp>
        <p:nvSpPr>
          <p:cNvPr id="6" name="Text 4"/>
          <p:cNvSpPr/>
          <p:nvPr/>
        </p:nvSpPr>
        <p:spPr>
          <a:xfrm>
            <a:off x="576072" y="6245352"/>
            <a:ext cx="89611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750" dirty="0">
                <a:solidFill>
                  <a:srgbClr val="666B70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出典：Source 1</a:t>
            </a:r>
            <a:endParaRPr lang="en-US" sz="750" dirty="0"/>
          </a:p>
        </p:txBody>
      </p:sp>
      <p:sp>
        <p:nvSpPr>
          <p:cNvPr id="7" name="Shape 5"/>
          <p:cNvSpPr/>
          <p:nvPr/>
        </p:nvSpPr>
        <p:spPr>
          <a:xfrm>
            <a:off x="576072" y="6483096"/>
            <a:ext cx="11039551" cy="0"/>
          </a:xfrm>
          <a:prstGeom prst="line">
            <a:avLst/>
          </a:prstGeom>
          <a:noFill/>
          <a:ln w="8890">
            <a:solidFill>
              <a:srgbClr val="D9DCDF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576072" y="6565392"/>
            <a:ext cx="54864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850" b="1" dirty="0">
                <a:solidFill>
                  <a:srgbClr val="050505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スライド型カタログ</a:t>
            </a:r>
            <a:endParaRPr lang="en-US" sz="850" dirty="0"/>
          </a:p>
        </p:txBody>
      </p:sp>
      <p:sp>
        <p:nvSpPr>
          <p:cNvPr id="9" name="Text 7"/>
          <p:cNvSpPr/>
          <p:nvPr/>
        </p:nvSpPr>
        <p:spPr>
          <a:xfrm>
            <a:off x="11249863" y="6565392"/>
            <a:ext cx="3657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666B70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20</a:t>
            </a:r>
            <a:endParaRPr lang="en-US" sz="750" dirty="0"/>
          </a:p>
        </p:txBody>
      </p:sp>
      <p:sp>
        <p:nvSpPr>
          <p:cNvPr id="10" name="Text 8"/>
          <p:cNvSpPr/>
          <p:nvPr/>
        </p:nvSpPr>
        <p:spPr>
          <a:xfrm>
            <a:off x="576072" y="1901952"/>
            <a:ext cx="11039551" cy="274320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t">
            <a:normAutofit/>
          </a:bodyPr>
          <a:lstStyle/>
          <a:p>
            <a:pPr algn="l" indent="0" marL="0">
              <a:buNone/>
            </a:pPr>
            <a:r>
              <a:rPr lang="en-US" sz="1250" b="1" dirty="0">
                <a:solidFill>
                  <a:srgbClr val="666B70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指標名、単位、YYYY〜YYYY年</a:t>
            </a:r>
            <a:endParaRPr lang="en-US" sz="1250" dirty="0"/>
          </a:p>
        </p:txBody>
      </p:sp>
      <p:sp>
        <p:nvSpPr>
          <p:cNvPr id="11" name="Shape 9"/>
          <p:cNvSpPr/>
          <p:nvPr/>
        </p:nvSpPr>
        <p:spPr>
          <a:xfrm>
            <a:off x="576072" y="2487168"/>
            <a:ext cx="2554148" cy="274320"/>
          </a:xfrm>
          <a:prstGeom prst="rect">
            <a:avLst/>
          </a:prstGeom>
          <a:solidFill>
            <a:srgbClr val="1E5F8C"/>
          </a:solidFill>
          <a:ln/>
        </p:spPr>
      </p:sp>
      <p:sp>
        <p:nvSpPr>
          <p:cNvPr id="12" name="Text 10"/>
          <p:cNvSpPr/>
          <p:nvPr/>
        </p:nvSpPr>
        <p:spPr>
          <a:xfrm>
            <a:off x="649224" y="2514600"/>
            <a:ext cx="2407844" cy="219456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t">
            <a:normAutofit/>
          </a:bodyPr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ラベル1</a:t>
            </a:r>
            <a:endParaRPr lang="en-US" sz="1000" dirty="0"/>
          </a:p>
        </p:txBody>
      </p:sp>
      <p:sp>
        <p:nvSpPr>
          <p:cNvPr id="13" name="Text 11"/>
          <p:cNvSpPr/>
          <p:nvPr/>
        </p:nvSpPr>
        <p:spPr>
          <a:xfrm>
            <a:off x="576072" y="2944368"/>
            <a:ext cx="2554148" cy="502920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t">
            <a:normAutofit/>
          </a:bodyPr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1E5F8C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タイトル 2</a:t>
            </a:r>
            <a:endParaRPr lang="en-US" sz="1400" dirty="0"/>
          </a:p>
        </p:txBody>
      </p:sp>
      <p:sp>
        <p:nvSpPr>
          <p:cNvPr id="14" name="Text 12"/>
          <p:cNvSpPr/>
          <p:nvPr/>
        </p:nvSpPr>
        <p:spPr>
          <a:xfrm>
            <a:off x="576072" y="3511296"/>
            <a:ext cx="2554148" cy="1737360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t">
            <a:normAutofit/>
          </a:bodyPr>
          <a:lstStyle/>
          <a:p>
            <a:pPr algn="l" indent="0" marL="0">
              <a:buNone/>
            </a:pPr>
            <a:r>
              <a:rPr lang="en-US" sz="1150" dirty="0">
                <a:solidFill>
                  <a:srgbClr val="050505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Text 1</a:t>
            </a:r>
            <a:endParaRPr lang="en-US" sz="1150" dirty="0"/>
          </a:p>
        </p:txBody>
      </p:sp>
      <p:sp>
        <p:nvSpPr>
          <p:cNvPr id="15" name="Text 13"/>
          <p:cNvSpPr/>
          <p:nvPr/>
        </p:nvSpPr>
        <p:spPr>
          <a:xfrm>
            <a:off x="576072" y="5276088"/>
            <a:ext cx="2554148" cy="548640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t">
            <a:normAutofit/>
          </a:bodyPr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050505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3.4x</a:t>
            </a:r>
            <a:endParaRPr lang="en-US" sz="2600" dirty="0"/>
          </a:p>
        </p:txBody>
      </p:sp>
      <p:sp>
        <p:nvSpPr>
          <p:cNvPr id="16" name="Shape 14"/>
          <p:cNvSpPr/>
          <p:nvPr/>
        </p:nvSpPr>
        <p:spPr>
          <a:xfrm>
            <a:off x="3267380" y="2487168"/>
            <a:ext cx="0" cy="3200400"/>
          </a:xfrm>
          <a:prstGeom prst="line">
            <a:avLst/>
          </a:prstGeom>
          <a:noFill/>
          <a:ln w="12700">
            <a:solidFill>
              <a:srgbClr val="D9DCDF"/>
            </a:solidFill>
            <a:prstDash val="dot"/>
          </a:ln>
        </p:spPr>
      </p:sp>
      <p:sp>
        <p:nvSpPr>
          <p:cNvPr id="17" name="Shape 15"/>
          <p:cNvSpPr/>
          <p:nvPr/>
        </p:nvSpPr>
        <p:spPr>
          <a:xfrm>
            <a:off x="3404540" y="2487168"/>
            <a:ext cx="2554148" cy="274320"/>
          </a:xfrm>
          <a:prstGeom prst="rect">
            <a:avLst/>
          </a:prstGeom>
          <a:solidFill>
            <a:srgbClr val="1E5F8C"/>
          </a:solidFill>
          <a:ln/>
        </p:spPr>
      </p:sp>
      <p:sp>
        <p:nvSpPr>
          <p:cNvPr id="18" name="Text 16"/>
          <p:cNvSpPr/>
          <p:nvPr/>
        </p:nvSpPr>
        <p:spPr>
          <a:xfrm>
            <a:off x="3477692" y="2514600"/>
            <a:ext cx="2407844" cy="219456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t">
            <a:normAutofit/>
          </a:bodyPr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ラベル2</a:t>
            </a:r>
            <a:endParaRPr lang="en-US" sz="1000" dirty="0"/>
          </a:p>
        </p:txBody>
      </p:sp>
      <p:sp>
        <p:nvSpPr>
          <p:cNvPr id="19" name="Text 17"/>
          <p:cNvSpPr/>
          <p:nvPr/>
        </p:nvSpPr>
        <p:spPr>
          <a:xfrm>
            <a:off x="3404540" y="2944368"/>
            <a:ext cx="2554148" cy="502920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t">
            <a:normAutofit/>
          </a:bodyPr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1E5F8C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タイトル 3</a:t>
            </a:r>
            <a:endParaRPr lang="en-US" sz="1400" dirty="0"/>
          </a:p>
        </p:txBody>
      </p:sp>
      <p:sp>
        <p:nvSpPr>
          <p:cNvPr id="20" name="Text 18"/>
          <p:cNvSpPr/>
          <p:nvPr/>
        </p:nvSpPr>
        <p:spPr>
          <a:xfrm>
            <a:off x="3404540" y="3511296"/>
            <a:ext cx="2554148" cy="1737360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t">
            <a:normAutofit/>
          </a:bodyPr>
          <a:lstStyle/>
          <a:p>
            <a:pPr algn="l" indent="0" marL="0">
              <a:buNone/>
            </a:pPr>
            <a:r>
              <a:rPr lang="en-US" sz="1150" dirty="0">
                <a:solidFill>
                  <a:srgbClr val="050505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Text 2</a:t>
            </a:r>
            <a:endParaRPr lang="en-US" sz="1150" dirty="0"/>
          </a:p>
        </p:txBody>
      </p:sp>
      <p:sp>
        <p:nvSpPr>
          <p:cNvPr id="21" name="Text 19"/>
          <p:cNvSpPr/>
          <p:nvPr/>
        </p:nvSpPr>
        <p:spPr>
          <a:xfrm>
            <a:off x="3404540" y="5276088"/>
            <a:ext cx="2554148" cy="548640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t">
            <a:normAutofit/>
          </a:bodyPr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050505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+22%</a:t>
            </a:r>
            <a:endParaRPr lang="en-US" sz="2600" dirty="0"/>
          </a:p>
        </p:txBody>
      </p:sp>
      <p:sp>
        <p:nvSpPr>
          <p:cNvPr id="22" name="Shape 20"/>
          <p:cNvSpPr/>
          <p:nvPr/>
        </p:nvSpPr>
        <p:spPr>
          <a:xfrm>
            <a:off x="6095848" y="2487168"/>
            <a:ext cx="0" cy="3200400"/>
          </a:xfrm>
          <a:prstGeom prst="line">
            <a:avLst/>
          </a:prstGeom>
          <a:noFill/>
          <a:ln w="12700">
            <a:solidFill>
              <a:srgbClr val="D9DCDF"/>
            </a:solidFill>
            <a:prstDash val="dot"/>
          </a:ln>
        </p:spPr>
      </p:sp>
      <p:sp>
        <p:nvSpPr>
          <p:cNvPr id="23" name="Shape 21"/>
          <p:cNvSpPr/>
          <p:nvPr/>
        </p:nvSpPr>
        <p:spPr>
          <a:xfrm>
            <a:off x="6233008" y="2487168"/>
            <a:ext cx="2554148" cy="274320"/>
          </a:xfrm>
          <a:prstGeom prst="rect">
            <a:avLst/>
          </a:prstGeom>
          <a:solidFill>
            <a:srgbClr val="1E5F8C"/>
          </a:solidFill>
          <a:ln/>
        </p:spPr>
      </p:sp>
      <p:sp>
        <p:nvSpPr>
          <p:cNvPr id="24" name="Text 22"/>
          <p:cNvSpPr/>
          <p:nvPr/>
        </p:nvSpPr>
        <p:spPr>
          <a:xfrm>
            <a:off x="6306160" y="2514600"/>
            <a:ext cx="2407844" cy="219456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t">
            <a:normAutofit/>
          </a:bodyPr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ラベル3</a:t>
            </a:r>
            <a:endParaRPr lang="en-US" sz="1000" dirty="0"/>
          </a:p>
        </p:txBody>
      </p:sp>
      <p:sp>
        <p:nvSpPr>
          <p:cNvPr id="25" name="Text 23"/>
          <p:cNvSpPr/>
          <p:nvPr/>
        </p:nvSpPr>
        <p:spPr>
          <a:xfrm>
            <a:off x="6233008" y="2944368"/>
            <a:ext cx="2554148" cy="502920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t">
            <a:normAutofit/>
          </a:bodyPr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1E5F8C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タイトル 4</a:t>
            </a:r>
            <a:endParaRPr lang="en-US" sz="1400" dirty="0"/>
          </a:p>
        </p:txBody>
      </p:sp>
      <p:sp>
        <p:nvSpPr>
          <p:cNvPr id="26" name="Text 24"/>
          <p:cNvSpPr/>
          <p:nvPr/>
        </p:nvSpPr>
        <p:spPr>
          <a:xfrm>
            <a:off x="6233008" y="3511296"/>
            <a:ext cx="2554148" cy="1737360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t">
            <a:normAutofit/>
          </a:bodyPr>
          <a:lstStyle/>
          <a:p>
            <a:pPr algn="l" indent="0" marL="0">
              <a:buNone/>
            </a:pPr>
            <a:r>
              <a:rPr lang="en-US" sz="1150" dirty="0">
                <a:solidFill>
                  <a:srgbClr val="050505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Text 3</a:t>
            </a:r>
            <a:endParaRPr lang="en-US" sz="1150" dirty="0"/>
          </a:p>
        </p:txBody>
      </p:sp>
      <p:sp>
        <p:nvSpPr>
          <p:cNvPr id="27" name="Text 25"/>
          <p:cNvSpPr/>
          <p:nvPr/>
        </p:nvSpPr>
        <p:spPr>
          <a:xfrm>
            <a:off x="6233008" y="5276088"/>
            <a:ext cx="2554148" cy="548640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t">
            <a:normAutofit/>
          </a:bodyPr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050505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-41%</a:t>
            </a:r>
            <a:endParaRPr lang="en-US" sz="2600" dirty="0"/>
          </a:p>
        </p:txBody>
      </p:sp>
      <p:sp>
        <p:nvSpPr>
          <p:cNvPr id="28" name="Shape 26"/>
          <p:cNvSpPr/>
          <p:nvPr/>
        </p:nvSpPr>
        <p:spPr>
          <a:xfrm>
            <a:off x="8924315" y="2487168"/>
            <a:ext cx="0" cy="3200400"/>
          </a:xfrm>
          <a:prstGeom prst="line">
            <a:avLst/>
          </a:prstGeom>
          <a:noFill/>
          <a:ln w="12700">
            <a:solidFill>
              <a:srgbClr val="D9DCDF"/>
            </a:solidFill>
            <a:prstDash val="dot"/>
          </a:ln>
        </p:spPr>
      </p:sp>
      <p:sp>
        <p:nvSpPr>
          <p:cNvPr id="29" name="Shape 27"/>
          <p:cNvSpPr/>
          <p:nvPr/>
        </p:nvSpPr>
        <p:spPr>
          <a:xfrm>
            <a:off x="9061475" y="2487168"/>
            <a:ext cx="2554148" cy="274320"/>
          </a:xfrm>
          <a:prstGeom prst="rect">
            <a:avLst/>
          </a:prstGeom>
          <a:solidFill>
            <a:srgbClr val="1E5F8C"/>
          </a:solidFill>
          <a:ln/>
        </p:spPr>
      </p:sp>
      <p:sp>
        <p:nvSpPr>
          <p:cNvPr id="30" name="Text 28"/>
          <p:cNvSpPr/>
          <p:nvPr/>
        </p:nvSpPr>
        <p:spPr>
          <a:xfrm>
            <a:off x="9134627" y="2514600"/>
            <a:ext cx="2407844" cy="219456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t">
            <a:normAutofit/>
          </a:bodyPr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ラベル4</a:t>
            </a:r>
            <a:endParaRPr lang="en-US" sz="1000" dirty="0"/>
          </a:p>
        </p:txBody>
      </p:sp>
      <p:sp>
        <p:nvSpPr>
          <p:cNvPr id="31" name="Text 29"/>
          <p:cNvSpPr/>
          <p:nvPr/>
        </p:nvSpPr>
        <p:spPr>
          <a:xfrm>
            <a:off x="9061475" y="2944368"/>
            <a:ext cx="2554148" cy="502920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t">
            <a:normAutofit/>
          </a:bodyPr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1E5F8C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タイトル 5</a:t>
            </a:r>
            <a:endParaRPr lang="en-US" sz="1400" dirty="0"/>
          </a:p>
        </p:txBody>
      </p:sp>
      <p:sp>
        <p:nvSpPr>
          <p:cNvPr id="32" name="Text 30"/>
          <p:cNvSpPr/>
          <p:nvPr/>
        </p:nvSpPr>
        <p:spPr>
          <a:xfrm>
            <a:off x="9061475" y="3511296"/>
            <a:ext cx="2554148" cy="1737360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t">
            <a:normAutofit/>
          </a:bodyPr>
          <a:lstStyle/>
          <a:p>
            <a:pPr algn="l" indent="0" marL="0">
              <a:buNone/>
            </a:pPr>
            <a:r>
              <a:rPr lang="en-US" sz="1150" dirty="0">
                <a:solidFill>
                  <a:srgbClr val="050505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Text 4</a:t>
            </a:r>
            <a:endParaRPr lang="en-US" sz="1150" dirty="0"/>
          </a:p>
        </p:txBody>
      </p:sp>
      <p:sp>
        <p:nvSpPr>
          <p:cNvPr id="33" name="Text 31"/>
          <p:cNvSpPr/>
          <p:nvPr/>
        </p:nvSpPr>
        <p:spPr>
          <a:xfrm>
            <a:off x="9061475" y="5276088"/>
            <a:ext cx="2554148" cy="548640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t">
            <a:normAutofit/>
          </a:bodyPr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050505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92%</a:t>
            </a:r>
            <a:endParaRPr lang="en-US" sz="2600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76072" y="320040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b">
            <a:normAutofit/>
          </a:bodyPr>
          <a:lstStyle/>
          <a:p>
            <a:pPr indent="0" marL="0">
              <a:buNone/>
            </a:pPr>
            <a:r>
              <a:rPr lang="en-US" sz="1400" dirty="0">
                <a:solidFill>
                  <a:srgbClr val="050505"/>
                </a:solidFill>
                <a:latin typeface="Yu Mincho Demibold" pitchFamily="34" charset="0"/>
                <a:ea typeface="Yu Mincho Demibold" pitchFamily="34" charset="-122"/>
                <a:cs typeface="Yu Mincho Demibold" pitchFamily="34" charset="-120"/>
              </a:rPr>
              <a:t>スライド型カタログ</a:t>
            </a:r>
            <a:endParaRPr lang="en-US" sz="1400" dirty="0"/>
          </a:p>
        </p:txBody>
      </p:sp>
      <p:sp>
        <p:nvSpPr>
          <p:cNvPr id="3" name="Text 1"/>
          <p:cNvSpPr/>
          <p:nvPr/>
        </p:nvSpPr>
        <p:spPr>
          <a:xfrm>
            <a:off x="7043623" y="411480"/>
            <a:ext cx="4572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800" dirty="0">
                <a:solidFill>
                  <a:srgbClr val="666B70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20  RECOMMENDATION_PILLARS</a:t>
            </a:r>
            <a:endParaRPr lang="en-US" sz="800" dirty="0"/>
          </a:p>
        </p:txBody>
      </p:sp>
      <p:sp>
        <p:nvSpPr>
          <p:cNvPr id="4" name="Shape 2"/>
          <p:cNvSpPr/>
          <p:nvPr/>
        </p:nvSpPr>
        <p:spPr>
          <a:xfrm>
            <a:off x="576072" y="784555"/>
            <a:ext cx="11039551" cy="0"/>
          </a:xfrm>
          <a:prstGeom prst="line">
            <a:avLst/>
          </a:prstGeom>
          <a:noFill/>
          <a:ln w="13970">
            <a:solidFill>
              <a:srgbClr val="050505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576072" y="914400"/>
            <a:ext cx="11039551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2200" dirty="0">
                <a:solidFill>
                  <a:srgbClr val="050505"/>
                </a:solidFill>
                <a:latin typeface="Yu Mincho Demibold" pitchFamily="34" charset="0"/>
                <a:ea typeface="Yu Mincho Demibold" pitchFamily="34" charset="-122"/>
                <a:cs typeface="Yu Mincho Demibold" pitchFamily="34" charset="-120"/>
              </a:rPr>
              <a:t>提言の柱</a:t>
            </a:r>
            <a:endParaRPr lang="en-US" sz="2200" dirty="0"/>
          </a:p>
        </p:txBody>
      </p:sp>
      <p:sp>
        <p:nvSpPr>
          <p:cNvPr id="6" name="Text 4"/>
          <p:cNvSpPr/>
          <p:nvPr/>
        </p:nvSpPr>
        <p:spPr>
          <a:xfrm>
            <a:off x="576072" y="6245352"/>
            <a:ext cx="89611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750" dirty="0">
                <a:solidFill>
                  <a:srgbClr val="666B70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出典：Source 1</a:t>
            </a:r>
            <a:endParaRPr lang="en-US" sz="750" dirty="0"/>
          </a:p>
        </p:txBody>
      </p:sp>
      <p:sp>
        <p:nvSpPr>
          <p:cNvPr id="7" name="Shape 5"/>
          <p:cNvSpPr/>
          <p:nvPr/>
        </p:nvSpPr>
        <p:spPr>
          <a:xfrm>
            <a:off x="576072" y="6483096"/>
            <a:ext cx="11039551" cy="0"/>
          </a:xfrm>
          <a:prstGeom prst="line">
            <a:avLst/>
          </a:prstGeom>
          <a:noFill/>
          <a:ln w="8890">
            <a:solidFill>
              <a:srgbClr val="D9DCDF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576072" y="6565392"/>
            <a:ext cx="54864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850" b="1" dirty="0">
                <a:solidFill>
                  <a:srgbClr val="050505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スライド型カタログ</a:t>
            </a:r>
            <a:endParaRPr lang="en-US" sz="850" dirty="0"/>
          </a:p>
        </p:txBody>
      </p:sp>
      <p:sp>
        <p:nvSpPr>
          <p:cNvPr id="9" name="Text 7"/>
          <p:cNvSpPr/>
          <p:nvPr/>
        </p:nvSpPr>
        <p:spPr>
          <a:xfrm>
            <a:off x="11249863" y="6565392"/>
            <a:ext cx="3657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666B70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21</a:t>
            </a:r>
            <a:endParaRPr lang="en-US" sz="750" dirty="0"/>
          </a:p>
        </p:txBody>
      </p:sp>
      <p:sp>
        <p:nvSpPr>
          <p:cNvPr id="10" name="Shape 8"/>
          <p:cNvSpPr/>
          <p:nvPr/>
        </p:nvSpPr>
        <p:spPr>
          <a:xfrm>
            <a:off x="576072" y="2103120"/>
            <a:ext cx="3375050" cy="0"/>
          </a:xfrm>
          <a:prstGeom prst="line">
            <a:avLst/>
          </a:prstGeom>
          <a:noFill/>
          <a:ln w="31750">
            <a:solidFill>
              <a:srgbClr val="1E5F8C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576072" y="2267712"/>
            <a:ext cx="457200" cy="457200"/>
          </a:xfrm>
          <a:prstGeom prst="ellipse">
            <a:avLst/>
          </a:prstGeom>
          <a:solidFill>
            <a:srgbClr val="1E5F8C"/>
          </a:solidFill>
          <a:ln/>
        </p:spPr>
      </p:sp>
      <p:sp>
        <p:nvSpPr>
          <p:cNvPr id="12" name="Text 10"/>
          <p:cNvSpPr/>
          <p:nvPr/>
        </p:nvSpPr>
        <p:spPr>
          <a:xfrm>
            <a:off x="576072" y="2267712"/>
            <a:ext cx="457200" cy="457200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>
            <a:normAutofit/>
          </a:bodyPr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1</a:t>
            </a:r>
            <a:endParaRPr lang="en-US" sz="1600" dirty="0"/>
          </a:p>
        </p:txBody>
      </p:sp>
      <p:sp>
        <p:nvSpPr>
          <p:cNvPr id="13" name="Text 11"/>
          <p:cNvSpPr/>
          <p:nvPr/>
        </p:nvSpPr>
        <p:spPr>
          <a:xfrm>
            <a:off x="576072" y="2871216"/>
            <a:ext cx="3375050" cy="457200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t">
            <a:normAutofit/>
          </a:bodyPr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050505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タイトル 2</a:t>
            </a:r>
            <a:endParaRPr lang="en-US" sz="1500" dirty="0"/>
          </a:p>
        </p:txBody>
      </p:sp>
      <p:sp>
        <p:nvSpPr>
          <p:cNvPr id="14" name="Text 12"/>
          <p:cNvSpPr/>
          <p:nvPr/>
        </p:nvSpPr>
        <p:spPr>
          <a:xfrm>
            <a:off x="576072" y="3383280"/>
            <a:ext cx="3375050" cy="548640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t">
            <a:normAutofit/>
          </a:bodyPr>
          <a:lstStyle/>
          <a:p>
            <a:pPr algn="l" indent="0" marL="0">
              <a:buNone/>
            </a:pPr>
            <a:r>
              <a:rPr lang="en-US" sz="1200" dirty="0">
                <a:solidFill>
                  <a:srgbClr val="050505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Text 1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576072" y="4023360"/>
            <a:ext cx="3375050" cy="1828800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t">
            <a:normAutofit/>
          </a:bodyPr>
          <a:lstStyle/>
          <a:p>
            <a:pPr algn="l" marL="152400" indent="-152400">
              <a:buSzPct val="100000"/>
              <a:buChar char="•"/>
            </a:pPr>
            <a:r>
              <a:rPr lang="en-US" sz="1200" dirty="0">
                <a:solidFill>
                  <a:srgbClr val="050505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Text 2</a:t>
            </a:r>
            <a:endParaRPr lang="en-US" sz="1200" dirty="0"/>
          </a:p>
          <a:p>
            <a:pPr algn="l" marL="152400" indent="-152400">
              <a:buSzPct val="100000"/>
              <a:buChar char="•"/>
            </a:pPr>
            <a:r>
              <a:rPr lang="en-US" sz="1200" dirty="0">
                <a:solidFill>
                  <a:srgbClr val="050505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Text 3</a:t>
            </a:r>
            <a:endParaRPr lang="en-US" sz="1200" dirty="0"/>
          </a:p>
        </p:txBody>
      </p:sp>
      <p:sp>
        <p:nvSpPr>
          <p:cNvPr id="16" name="Shape 14"/>
          <p:cNvSpPr/>
          <p:nvPr/>
        </p:nvSpPr>
        <p:spPr>
          <a:xfrm>
            <a:off x="4408322" y="2103120"/>
            <a:ext cx="3375050" cy="0"/>
          </a:xfrm>
          <a:prstGeom prst="line">
            <a:avLst/>
          </a:prstGeom>
          <a:noFill/>
          <a:ln w="31750">
            <a:solidFill>
              <a:srgbClr val="1E5F8C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4408322" y="2267712"/>
            <a:ext cx="457200" cy="457200"/>
          </a:xfrm>
          <a:prstGeom prst="ellipse">
            <a:avLst/>
          </a:prstGeom>
          <a:solidFill>
            <a:srgbClr val="1E5F8C"/>
          </a:solidFill>
          <a:ln/>
        </p:spPr>
      </p:sp>
      <p:sp>
        <p:nvSpPr>
          <p:cNvPr id="18" name="Text 16"/>
          <p:cNvSpPr/>
          <p:nvPr/>
        </p:nvSpPr>
        <p:spPr>
          <a:xfrm>
            <a:off x="4408322" y="2267712"/>
            <a:ext cx="457200" cy="457200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>
            <a:normAutofit/>
          </a:bodyPr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2</a:t>
            </a:r>
            <a:endParaRPr lang="en-US" sz="1600" dirty="0"/>
          </a:p>
        </p:txBody>
      </p:sp>
      <p:sp>
        <p:nvSpPr>
          <p:cNvPr id="19" name="Text 17"/>
          <p:cNvSpPr/>
          <p:nvPr/>
        </p:nvSpPr>
        <p:spPr>
          <a:xfrm>
            <a:off x="4408322" y="2871216"/>
            <a:ext cx="3375050" cy="457200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t">
            <a:normAutofit/>
          </a:bodyPr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050505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タイトル 3</a:t>
            </a:r>
            <a:endParaRPr lang="en-US" sz="1500" dirty="0"/>
          </a:p>
        </p:txBody>
      </p:sp>
      <p:sp>
        <p:nvSpPr>
          <p:cNvPr id="20" name="Text 18"/>
          <p:cNvSpPr/>
          <p:nvPr/>
        </p:nvSpPr>
        <p:spPr>
          <a:xfrm>
            <a:off x="4408322" y="3383280"/>
            <a:ext cx="3375050" cy="548640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t">
            <a:normAutofit/>
          </a:bodyPr>
          <a:lstStyle/>
          <a:p>
            <a:pPr algn="l" indent="0" marL="0">
              <a:buNone/>
            </a:pPr>
            <a:r>
              <a:rPr lang="en-US" sz="1200" dirty="0">
                <a:solidFill>
                  <a:srgbClr val="050505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Text 4</a:t>
            </a:r>
            <a:endParaRPr lang="en-US" sz="1200" dirty="0"/>
          </a:p>
        </p:txBody>
      </p:sp>
      <p:sp>
        <p:nvSpPr>
          <p:cNvPr id="21" name="Text 19"/>
          <p:cNvSpPr/>
          <p:nvPr/>
        </p:nvSpPr>
        <p:spPr>
          <a:xfrm>
            <a:off x="4408322" y="4023360"/>
            <a:ext cx="3375050" cy="1828800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t">
            <a:normAutofit/>
          </a:bodyPr>
          <a:lstStyle/>
          <a:p>
            <a:pPr algn="l" marL="152400" indent="-152400">
              <a:buSzPct val="100000"/>
              <a:buChar char="•"/>
            </a:pPr>
            <a:r>
              <a:rPr lang="en-US" sz="1200" dirty="0">
                <a:solidFill>
                  <a:srgbClr val="050505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Text 5</a:t>
            </a:r>
            <a:endParaRPr lang="en-US" sz="1200" dirty="0"/>
          </a:p>
          <a:p>
            <a:pPr algn="l" marL="152400" indent="-152400">
              <a:buSzPct val="100000"/>
              <a:buChar char="•"/>
            </a:pPr>
            <a:r>
              <a:rPr lang="en-US" sz="1200" dirty="0">
                <a:solidFill>
                  <a:srgbClr val="050505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Text 6</a:t>
            </a:r>
            <a:endParaRPr lang="en-US" sz="1200" dirty="0"/>
          </a:p>
        </p:txBody>
      </p:sp>
      <p:sp>
        <p:nvSpPr>
          <p:cNvPr id="22" name="Shape 20"/>
          <p:cNvSpPr/>
          <p:nvPr/>
        </p:nvSpPr>
        <p:spPr>
          <a:xfrm>
            <a:off x="8240573" y="2103120"/>
            <a:ext cx="3375050" cy="0"/>
          </a:xfrm>
          <a:prstGeom prst="line">
            <a:avLst/>
          </a:prstGeom>
          <a:noFill/>
          <a:ln w="31750">
            <a:solidFill>
              <a:srgbClr val="1E5F8C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8240573" y="2267712"/>
            <a:ext cx="457200" cy="457200"/>
          </a:xfrm>
          <a:prstGeom prst="ellipse">
            <a:avLst/>
          </a:prstGeom>
          <a:solidFill>
            <a:srgbClr val="1E5F8C"/>
          </a:solidFill>
          <a:ln/>
        </p:spPr>
      </p:sp>
      <p:sp>
        <p:nvSpPr>
          <p:cNvPr id="24" name="Text 22"/>
          <p:cNvSpPr/>
          <p:nvPr/>
        </p:nvSpPr>
        <p:spPr>
          <a:xfrm>
            <a:off x="8240573" y="2267712"/>
            <a:ext cx="457200" cy="457200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>
            <a:normAutofit/>
          </a:bodyPr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3</a:t>
            </a:r>
            <a:endParaRPr lang="en-US" sz="1600" dirty="0"/>
          </a:p>
        </p:txBody>
      </p:sp>
      <p:sp>
        <p:nvSpPr>
          <p:cNvPr id="25" name="Text 23"/>
          <p:cNvSpPr/>
          <p:nvPr/>
        </p:nvSpPr>
        <p:spPr>
          <a:xfrm>
            <a:off x="8240573" y="2871216"/>
            <a:ext cx="3375050" cy="457200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t">
            <a:normAutofit/>
          </a:bodyPr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050505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タイトル 4</a:t>
            </a:r>
            <a:endParaRPr lang="en-US" sz="1500" dirty="0"/>
          </a:p>
        </p:txBody>
      </p:sp>
      <p:sp>
        <p:nvSpPr>
          <p:cNvPr id="26" name="Text 24"/>
          <p:cNvSpPr/>
          <p:nvPr/>
        </p:nvSpPr>
        <p:spPr>
          <a:xfrm>
            <a:off x="8240573" y="3383280"/>
            <a:ext cx="3375050" cy="548640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t">
            <a:normAutofit/>
          </a:bodyPr>
          <a:lstStyle/>
          <a:p>
            <a:pPr algn="l" indent="0" marL="0">
              <a:buNone/>
            </a:pPr>
            <a:r>
              <a:rPr lang="en-US" sz="1200" dirty="0">
                <a:solidFill>
                  <a:srgbClr val="050505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Text 7</a:t>
            </a:r>
            <a:endParaRPr lang="en-US" sz="1200" dirty="0"/>
          </a:p>
        </p:txBody>
      </p:sp>
      <p:sp>
        <p:nvSpPr>
          <p:cNvPr id="27" name="Text 25"/>
          <p:cNvSpPr/>
          <p:nvPr/>
        </p:nvSpPr>
        <p:spPr>
          <a:xfrm>
            <a:off x="8240573" y="4023360"/>
            <a:ext cx="3375050" cy="1828800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t">
            <a:normAutofit/>
          </a:bodyPr>
          <a:lstStyle/>
          <a:p>
            <a:pPr algn="l" marL="152400" indent="-152400">
              <a:buSzPct val="100000"/>
              <a:buChar char="•"/>
            </a:pPr>
            <a:r>
              <a:rPr lang="en-US" sz="1200" dirty="0">
                <a:solidFill>
                  <a:srgbClr val="050505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Text 8</a:t>
            </a:r>
            <a:endParaRPr lang="en-US" sz="1200" dirty="0"/>
          </a:p>
          <a:p>
            <a:pPr algn="l" marL="152400" indent="-152400">
              <a:buSzPct val="100000"/>
              <a:buChar char="•"/>
            </a:pPr>
            <a:r>
              <a:rPr lang="en-US" sz="1200" dirty="0">
                <a:solidFill>
                  <a:srgbClr val="050505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Text 9</a:t>
            </a:r>
            <a:endParaRPr lang="en-US" sz="1200" dirty="0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76072" y="320040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b">
            <a:normAutofit/>
          </a:bodyPr>
          <a:lstStyle/>
          <a:p>
            <a:pPr indent="0" marL="0">
              <a:buNone/>
            </a:pPr>
            <a:r>
              <a:rPr lang="en-US" sz="1400" dirty="0">
                <a:solidFill>
                  <a:srgbClr val="050505"/>
                </a:solidFill>
                <a:latin typeface="Yu Mincho Demibold" pitchFamily="34" charset="0"/>
                <a:ea typeface="Yu Mincho Demibold" pitchFamily="34" charset="-122"/>
                <a:cs typeface="Yu Mincho Demibold" pitchFamily="34" charset="-120"/>
              </a:rPr>
              <a:t>スライド型カタログ</a:t>
            </a:r>
            <a:endParaRPr lang="en-US" sz="1400" dirty="0"/>
          </a:p>
        </p:txBody>
      </p:sp>
      <p:sp>
        <p:nvSpPr>
          <p:cNvPr id="3" name="Text 1"/>
          <p:cNvSpPr/>
          <p:nvPr/>
        </p:nvSpPr>
        <p:spPr>
          <a:xfrm>
            <a:off x="7043623" y="411480"/>
            <a:ext cx="4572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800" dirty="0">
                <a:solidFill>
                  <a:srgbClr val="666B70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21  NUMBERED_IMPERATIVES</a:t>
            </a:r>
            <a:endParaRPr lang="en-US" sz="800" dirty="0"/>
          </a:p>
        </p:txBody>
      </p:sp>
      <p:sp>
        <p:nvSpPr>
          <p:cNvPr id="4" name="Shape 2"/>
          <p:cNvSpPr/>
          <p:nvPr/>
        </p:nvSpPr>
        <p:spPr>
          <a:xfrm>
            <a:off x="576072" y="784555"/>
            <a:ext cx="11039551" cy="0"/>
          </a:xfrm>
          <a:prstGeom prst="line">
            <a:avLst/>
          </a:prstGeom>
          <a:noFill/>
          <a:ln w="13970">
            <a:solidFill>
              <a:srgbClr val="050505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576072" y="914400"/>
            <a:ext cx="11039551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2200" dirty="0">
                <a:solidFill>
                  <a:srgbClr val="050505"/>
                </a:solidFill>
                <a:latin typeface="Yu Mincho Demibold" pitchFamily="34" charset="0"/>
                <a:ea typeface="Yu Mincho Demibold" pitchFamily="34" charset="-122"/>
                <a:cs typeface="Yu Mincho Demibold" pitchFamily="34" charset="-120"/>
              </a:rPr>
              <a:t>番号つき打ち手</a:t>
            </a:r>
            <a:endParaRPr lang="en-US" sz="2200" dirty="0"/>
          </a:p>
        </p:txBody>
      </p:sp>
      <p:sp>
        <p:nvSpPr>
          <p:cNvPr id="6" name="Text 4"/>
          <p:cNvSpPr/>
          <p:nvPr/>
        </p:nvSpPr>
        <p:spPr>
          <a:xfrm>
            <a:off x="576072" y="6245352"/>
            <a:ext cx="89611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750" dirty="0">
                <a:solidFill>
                  <a:srgbClr val="666B70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出典：Source 1</a:t>
            </a:r>
            <a:endParaRPr lang="en-US" sz="750" dirty="0"/>
          </a:p>
        </p:txBody>
      </p:sp>
      <p:sp>
        <p:nvSpPr>
          <p:cNvPr id="7" name="Shape 5"/>
          <p:cNvSpPr/>
          <p:nvPr/>
        </p:nvSpPr>
        <p:spPr>
          <a:xfrm>
            <a:off x="576072" y="6483096"/>
            <a:ext cx="11039551" cy="0"/>
          </a:xfrm>
          <a:prstGeom prst="line">
            <a:avLst/>
          </a:prstGeom>
          <a:noFill/>
          <a:ln w="8890">
            <a:solidFill>
              <a:srgbClr val="D9DCDF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576072" y="6565392"/>
            <a:ext cx="54864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850" b="1" dirty="0">
                <a:solidFill>
                  <a:srgbClr val="050505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スライド型カタログ</a:t>
            </a:r>
            <a:endParaRPr lang="en-US" sz="850" dirty="0"/>
          </a:p>
        </p:txBody>
      </p:sp>
      <p:sp>
        <p:nvSpPr>
          <p:cNvPr id="9" name="Text 7"/>
          <p:cNvSpPr/>
          <p:nvPr/>
        </p:nvSpPr>
        <p:spPr>
          <a:xfrm>
            <a:off x="11249863" y="6565392"/>
            <a:ext cx="3657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666B70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22</a:t>
            </a:r>
            <a:endParaRPr lang="en-US" sz="750" dirty="0"/>
          </a:p>
        </p:txBody>
      </p:sp>
      <p:sp>
        <p:nvSpPr>
          <p:cNvPr id="10" name="Text 8"/>
          <p:cNvSpPr/>
          <p:nvPr/>
        </p:nvSpPr>
        <p:spPr>
          <a:xfrm>
            <a:off x="576072" y="1833372"/>
            <a:ext cx="11039551" cy="274320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t">
            <a:normAutofit/>
          </a:bodyPr>
          <a:lstStyle/>
          <a:p>
            <a:pPr algn="l" indent="0" marL="0">
              <a:buNone/>
            </a:pPr>
            <a:r>
              <a:rPr lang="en-US" sz="1250" b="1" dirty="0">
                <a:solidFill>
                  <a:srgbClr val="666B70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指標名、単位、YYYY〜YYYY年</a:t>
            </a:r>
            <a:endParaRPr lang="en-US" sz="1250" dirty="0"/>
          </a:p>
        </p:txBody>
      </p:sp>
      <p:sp>
        <p:nvSpPr>
          <p:cNvPr id="11" name="Text 9"/>
          <p:cNvSpPr/>
          <p:nvPr/>
        </p:nvSpPr>
        <p:spPr>
          <a:xfrm>
            <a:off x="576072" y="2418588"/>
            <a:ext cx="1915302" cy="502920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t">
            <a:normAutofit/>
          </a:bodyPr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1E5F8C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1</a:t>
            </a:r>
            <a:endParaRPr lang="en-US" sz="3000" dirty="0"/>
          </a:p>
        </p:txBody>
      </p:sp>
      <p:sp>
        <p:nvSpPr>
          <p:cNvPr id="12" name="Shape 10"/>
          <p:cNvSpPr/>
          <p:nvPr/>
        </p:nvSpPr>
        <p:spPr>
          <a:xfrm>
            <a:off x="576072" y="2985516"/>
            <a:ext cx="1915302" cy="0"/>
          </a:xfrm>
          <a:prstGeom prst="line">
            <a:avLst/>
          </a:prstGeom>
          <a:noFill/>
          <a:ln w="12700">
            <a:solidFill>
              <a:srgbClr val="050505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576072" y="3095244"/>
            <a:ext cx="1915302" cy="548640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t">
            <a:normAutofit/>
          </a:bodyPr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050505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タイトル 2</a:t>
            </a:r>
            <a:endParaRPr lang="en-US" sz="1500" dirty="0"/>
          </a:p>
        </p:txBody>
      </p:sp>
      <p:sp>
        <p:nvSpPr>
          <p:cNvPr id="14" name="Text 12"/>
          <p:cNvSpPr/>
          <p:nvPr/>
        </p:nvSpPr>
        <p:spPr>
          <a:xfrm>
            <a:off x="576072" y="3698748"/>
            <a:ext cx="1915302" cy="2194560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t">
            <a:normAutofit/>
          </a:bodyPr>
          <a:lstStyle/>
          <a:p>
            <a:pPr algn="l" indent="0" marL="0">
              <a:buNone/>
            </a:pPr>
            <a:r>
              <a:rPr lang="en-US" sz="1200" dirty="0">
                <a:solidFill>
                  <a:srgbClr val="666B70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Text 1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2857134" y="2418588"/>
            <a:ext cx="1915302" cy="502920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t">
            <a:normAutofit/>
          </a:bodyPr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1E5F8C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2</a:t>
            </a:r>
            <a:endParaRPr lang="en-US" sz="3000" dirty="0"/>
          </a:p>
        </p:txBody>
      </p:sp>
      <p:sp>
        <p:nvSpPr>
          <p:cNvPr id="16" name="Shape 14"/>
          <p:cNvSpPr/>
          <p:nvPr/>
        </p:nvSpPr>
        <p:spPr>
          <a:xfrm>
            <a:off x="2857134" y="2985516"/>
            <a:ext cx="1915302" cy="0"/>
          </a:xfrm>
          <a:prstGeom prst="line">
            <a:avLst/>
          </a:prstGeom>
          <a:noFill/>
          <a:ln w="12700">
            <a:solidFill>
              <a:srgbClr val="050505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2857134" y="3095244"/>
            <a:ext cx="1915302" cy="548640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t">
            <a:normAutofit/>
          </a:bodyPr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050505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タイトル 3</a:t>
            </a:r>
            <a:endParaRPr lang="en-US" sz="1500" dirty="0"/>
          </a:p>
        </p:txBody>
      </p:sp>
      <p:sp>
        <p:nvSpPr>
          <p:cNvPr id="18" name="Text 16"/>
          <p:cNvSpPr/>
          <p:nvPr/>
        </p:nvSpPr>
        <p:spPr>
          <a:xfrm>
            <a:off x="2857134" y="3698748"/>
            <a:ext cx="1915302" cy="2194560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t">
            <a:normAutofit/>
          </a:bodyPr>
          <a:lstStyle/>
          <a:p>
            <a:pPr algn="l" indent="0" marL="0">
              <a:buNone/>
            </a:pPr>
            <a:r>
              <a:rPr lang="en-US" sz="1200" dirty="0">
                <a:solidFill>
                  <a:srgbClr val="666B70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Text 2</a:t>
            </a:r>
            <a:endParaRPr lang="en-US" sz="1200" dirty="0"/>
          </a:p>
        </p:txBody>
      </p:sp>
      <p:sp>
        <p:nvSpPr>
          <p:cNvPr id="19" name="Text 17"/>
          <p:cNvSpPr/>
          <p:nvPr/>
        </p:nvSpPr>
        <p:spPr>
          <a:xfrm>
            <a:off x="5138196" y="2418588"/>
            <a:ext cx="1915302" cy="502920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t">
            <a:normAutofit/>
          </a:bodyPr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1E5F8C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3</a:t>
            </a:r>
            <a:endParaRPr lang="en-US" sz="3000" dirty="0"/>
          </a:p>
        </p:txBody>
      </p:sp>
      <p:sp>
        <p:nvSpPr>
          <p:cNvPr id="20" name="Shape 18"/>
          <p:cNvSpPr/>
          <p:nvPr/>
        </p:nvSpPr>
        <p:spPr>
          <a:xfrm>
            <a:off x="5138196" y="2985516"/>
            <a:ext cx="1915302" cy="0"/>
          </a:xfrm>
          <a:prstGeom prst="line">
            <a:avLst/>
          </a:prstGeom>
          <a:noFill/>
          <a:ln w="12700">
            <a:solidFill>
              <a:srgbClr val="050505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5138196" y="3095244"/>
            <a:ext cx="1915302" cy="548640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t">
            <a:normAutofit/>
          </a:bodyPr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050505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タイトル 4</a:t>
            </a:r>
            <a:endParaRPr lang="en-US" sz="1500" dirty="0"/>
          </a:p>
        </p:txBody>
      </p:sp>
      <p:sp>
        <p:nvSpPr>
          <p:cNvPr id="22" name="Text 20"/>
          <p:cNvSpPr/>
          <p:nvPr/>
        </p:nvSpPr>
        <p:spPr>
          <a:xfrm>
            <a:off x="5138196" y="3698748"/>
            <a:ext cx="1915302" cy="2194560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t">
            <a:normAutofit/>
          </a:bodyPr>
          <a:lstStyle/>
          <a:p>
            <a:pPr algn="l" indent="0" marL="0">
              <a:buNone/>
            </a:pPr>
            <a:r>
              <a:rPr lang="en-US" sz="1200" dirty="0">
                <a:solidFill>
                  <a:srgbClr val="666B70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Text 3</a:t>
            </a:r>
            <a:endParaRPr lang="en-US" sz="1200" dirty="0"/>
          </a:p>
        </p:txBody>
      </p:sp>
      <p:sp>
        <p:nvSpPr>
          <p:cNvPr id="23" name="Text 21"/>
          <p:cNvSpPr/>
          <p:nvPr/>
        </p:nvSpPr>
        <p:spPr>
          <a:xfrm>
            <a:off x="7419259" y="2418588"/>
            <a:ext cx="1915302" cy="502920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t">
            <a:normAutofit/>
          </a:bodyPr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1E5F8C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4</a:t>
            </a:r>
            <a:endParaRPr lang="en-US" sz="3000" dirty="0"/>
          </a:p>
        </p:txBody>
      </p:sp>
      <p:sp>
        <p:nvSpPr>
          <p:cNvPr id="24" name="Shape 22"/>
          <p:cNvSpPr/>
          <p:nvPr/>
        </p:nvSpPr>
        <p:spPr>
          <a:xfrm>
            <a:off x="7419259" y="2985516"/>
            <a:ext cx="1915302" cy="0"/>
          </a:xfrm>
          <a:prstGeom prst="line">
            <a:avLst/>
          </a:prstGeom>
          <a:noFill/>
          <a:ln w="12700">
            <a:solidFill>
              <a:srgbClr val="050505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7419259" y="3095244"/>
            <a:ext cx="1915302" cy="548640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t">
            <a:normAutofit/>
          </a:bodyPr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050505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タイトル 5</a:t>
            </a:r>
            <a:endParaRPr lang="en-US" sz="1500" dirty="0"/>
          </a:p>
        </p:txBody>
      </p:sp>
      <p:sp>
        <p:nvSpPr>
          <p:cNvPr id="26" name="Text 24"/>
          <p:cNvSpPr/>
          <p:nvPr/>
        </p:nvSpPr>
        <p:spPr>
          <a:xfrm>
            <a:off x="7419259" y="3698748"/>
            <a:ext cx="1915302" cy="2194560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t">
            <a:normAutofit/>
          </a:bodyPr>
          <a:lstStyle/>
          <a:p>
            <a:pPr algn="l" indent="0" marL="0">
              <a:buNone/>
            </a:pPr>
            <a:r>
              <a:rPr lang="en-US" sz="1200" dirty="0">
                <a:solidFill>
                  <a:srgbClr val="666B70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Text 4</a:t>
            </a:r>
            <a:endParaRPr lang="en-US" sz="1200" dirty="0"/>
          </a:p>
        </p:txBody>
      </p:sp>
      <p:sp>
        <p:nvSpPr>
          <p:cNvPr id="27" name="Text 25"/>
          <p:cNvSpPr/>
          <p:nvPr/>
        </p:nvSpPr>
        <p:spPr>
          <a:xfrm>
            <a:off x="9700321" y="2418588"/>
            <a:ext cx="1915302" cy="502920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t">
            <a:normAutofit/>
          </a:bodyPr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1E5F8C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5</a:t>
            </a:r>
            <a:endParaRPr lang="en-US" sz="3000" dirty="0"/>
          </a:p>
        </p:txBody>
      </p:sp>
      <p:sp>
        <p:nvSpPr>
          <p:cNvPr id="28" name="Shape 26"/>
          <p:cNvSpPr/>
          <p:nvPr/>
        </p:nvSpPr>
        <p:spPr>
          <a:xfrm>
            <a:off x="9700321" y="2985516"/>
            <a:ext cx="1915302" cy="0"/>
          </a:xfrm>
          <a:prstGeom prst="line">
            <a:avLst/>
          </a:prstGeom>
          <a:noFill/>
          <a:ln w="12700">
            <a:solidFill>
              <a:srgbClr val="050505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9700321" y="3095244"/>
            <a:ext cx="1915302" cy="548640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t">
            <a:normAutofit/>
          </a:bodyPr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050505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タイトル 6</a:t>
            </a:r>
            <a:endParaRPr lang="en-US" sz="1500" dirty="0"/>
          </a:p>
        </p:txBody>
      </p:sp>
      <p:sp>
        <p:nvSpPr>
          <p:cNvPr id="30" name="Text 28"/>
          <p:cNvSpPr/>
          <p:nvPr/>
        </p:nvSpPr>
        <p:spPr>
          <a:xfrm>
            <a:off x="9700321" y="3698748"/>
            <a:ext cx="1915302" cy="2194560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t">
            <a:normAutofit/>
          </a:bodyPr>
          <a:lstStyle/>
          <a:p>
            <a:pPr algn="l" indent="0" marL="0">
              <a:buNone/>
            </a:pPr>
            <a:r>
              <a:rPr lang="en-US" sz="1200" dirty="0">
                <a:solidFill>
                  <a:srgbClr val="666B70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Text 5</a:t>
            </a:r>
            <a:endParaRPr lang="en-US" sz="1200" dirty="0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76072" y="320040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b">
            <a:normAutofit/>
          </a:bodyPr>
          <a:lstStyle/>
          <a:p>
            <a:pPr indent="0" marL="0">
              <a:buNone/>
            </a:pPr>
            <a:r>
              <a:rPr lang="en-US" sz="1400" dirty="0">
                <a:solidFill>
                  <a:srgbClr val="050505"/>
                </a:solidFill>
                <a:latin typeface="Yu Mincho Demibold" pitchFamily="34" charset="0"/>
                <a:ea typeface="Yu Mincho Demibold" pitchFamily="34" charset="-122"/>
                <a:cs typeface="Yu Mincho Demibold" pitchFamily="34" charset="-120"/>
              </a:rPr>
              <a:t>スライド型カタログ</a:t>
            </a:r>
            <a:endParaRPr lang="en-US" sz="1400" dirty="0"/>
          </a:p>
        </p:txBody>
      </p:sp>
      <p:sp>
        <p:nvSpPr>
          <p:cNvPr id="3" name="Text 1"/>
          <p:cNvSpPr/>
          <p:nvPr/>
        </p:nvSpPr>
        <p:spPr>
          <a:xfrm>
            <a:off x="7043623" y="411480"/>
            <a:ext cx="4572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800" dirty="0">
                <a:solidFill>
                  <a:srgbClr val="666B70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22  SCR</a:t>
            </a:r>
            <a:endParaRPr lang="en-US" sz="800" dirty="0"/>
          </a:p>
        </p:txBody>
      </p:sp>
      <p:sp>
        <p:nvSpPr>
          <p:cNvPr id="4" name="Shape 2"/>
          <p:cNvSpPr/>
          <p:nvPr/>
        </p:nvSpPr>
        <p:spPr>
          <a:xfrm>
            <a:off x="576072" y="784555"/>
            <a:ext cx="11039551" cy="0"/>
          </a:xfrm>
          <a:prstGeom prst="line">
            <a:avLst/>
          </a:prstGeom>
          <a:noFill/>
          <a:ln w="13970">
            <a:solidFill>
              <a:srgbClr val="050505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576072" y="914400"/>
            <a:ext cx="11039551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2200" dirty="0">
                <a:solidFill>
                  <a:srgbClr val="050505"/>
                </a:solidFill>
                <a:latin typeface="Yu Mincho Demibold" pitchFamily="34" charset="0"/>
                <a:ea typeface="Yu Mincho Demibold" pitchFamily="34" charset="-122"/>
                <a:cs typeface="Yu Mincho Demibold" pitchFamily="34" charset="-120"/>
              </a:rPr>
              <a:t>Situation・Complication・Resolution</a:t>
            </a:r>
            <a:endParaRPr lang="en-US" sz="2200" dirty="0"/>
          </a:p>
        </p:txBody>
      </p:sp>
      <p:sp>
        <p:nvSpPr>
          <p:cNvPr id="6" name="Text 4"/>
          <p:cNvSpPr/>
          <p:nvPr/>
        </p:nvSpPr>
        <p:spPr>
          <a:xfrm>
            <a:off x="576072" y="6245352"/>
            <a:ext cx="89611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750" dirty="0">
                <a:solidFill>
                  <a:srgbClr val="666B70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出典：Source 1</a:t>
            </a:r>
            <a:endParaRPr lang="en-US" sz="750" dirty="0"/>
          </a:p>
        </p:txBody>
      </p:sp>
      <p:sp>
        <p:nvSpPr>
          <p:cNvPr id="7" name="Shape 5"/>
          <p:cNvSpPr/>
          <p:nvPr/>
        </p:nvSpPr>
        <p:spPr>
          <a:xfrm>
            <a:off x="576072" y="6483096"/>
            <a:ext cx="11039551" cy="0"/>
          </a:xfrm>
          <a:prstGeom prst="line">
            <a:avLst/>
          </a:prstGeom>
          <a:noFill/>
          <a:ln w="8890">
            <a:solidFill>
              <a:srgbClr val="D9DCDF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576072" y="6565392"/>
            <a:ext cx="54864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850" b="1" dirty="0">
                <a:solidFill>
                  <a:srgbClr val="050505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スライド型カタログ</a:t>
            </a:r>
            <a:endParaRPr lang="en-US" sz="850" dirty="0"/>
          </a:p>
        </p:txBody>
      </p:sp>
      <p:sp>
        <p:nvSpPr>
          <p:cNvPr id="9" name="Text 7"/>
          <p:cNvSpPr/>
          <p:nvPr/>
        </p:nvSpPr>
        <p:spPr>
          <a:xfrm>
            <a:off x="11249863" y="6565392"/>
            <a:ext cx="3657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666B70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23</a:t>
            </a:r>
            <a:endParaRPr lang="en-US" sz="750" dirty="0"/>
          </a:p>
        </p:txBody>
      </p:sp>
      <p:sp>
        <p:nvSpPr>
          <p:cNvPr id="10" name="Text 8"/>
          <p:cNvSpPr/>
          <p:nvPr/>
        </p:nvSpPr>
        <p:spPr>
          <a:xfrm>
            <a:off x="576072" y="1920240"/>
            <a:ext cx="3405530" cy="310896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t">
            <a:normAutofit/>
          </a:bodyPr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050505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Situation</a:t>
            </a:r>
            <a:endParaRPr lang="en-US" sz="1500" dirty="0"/>
          </a:p>
        </p:txBody>
      </p:sp>
      <p:sp>
        <p:nvSpPr>
          <p:cNvPr id="11" name="Shape 9"/>
          <p:cNvSpPr/>
          <p:nvPr/>
        </p:nvSpPr>
        <p:spPr>
          <a:xfrm>
            <a:off x="576072" y="2304288"/>
            <a:ext cx="3405530" cy="0"/>
          </a:xfrm>
          <a:prstGeom prst="line">
            <a:avLst/>
          </a:prstGeom>
          <a:noFill/>
          <a:ln w="25400">
            <a:solidFill>
              <a:srgbClr val="050505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576072" y="2468880"/>
            <a:ext cx="3405530" cy="868680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t">
            <a:normAutofit/>
          </a:bodyPr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050505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Text 1</a:t>
            </a:r>
            <a:endParaRPr lang="en-US" sz="1500" dirty="0"/>
          </a:p>
        </p:txBody>
      </p:sp>
      <p:sp>
        <p:nvSpPr>
          <p:cNvPr id="13" name="Text 11"/>
          <p:cNvSpPr/>
          <p:nvPr/>
        </p:nvSpPr>
        <p:spPr>
          <a:xfrm>
            <a:off x="576072" y="3383280"/>
            <a:ext cx="3405530" cy="1417320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t">
            <a:normAutofit/>
          </a:bodyPr>
          <a:lstStyle/>
          <a:p>
            <a:pPr algn="l" indent="0" marL="0">
              <a:buNone/>
            </a:pPr>
            <a:r>
              <a:rPr lang="en-US" sz="1250" dirty="0">
                <a:solidFill>
                  <a:srgbClr val="050505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Text 2</a:t>
            </a:r>
            <a:endParaRPr lang="en-US" sz="1250" dirty="0"/>
          </a:p>
        </p:txBody>
      </p:sp>
      <p:sp>
        <p:nvSpPr>
          <p:cNvPr id="14" name="Shape 12"/>
          <p:cNvSpPr/>
          <p:nvPr/>
        </p:nvSpPr>
        <p:spPr>
          <a:xfrm>
            <a:off x="576072" y="4937760"/>
            <a:ext cx="3405530" cy="0"/>
          </a:xfrm>
          <a:prstGeom prst="line">
            <a:avLst/>
          </a:prstGeom>
          <a:noFill/>
          <a:ln w="9525">
            <a:solidFill>
              <a:srgbClr val="666B70"/>
            </a:solidFill>
            <a:prstDash val="sysDot"/>
          </a:ln>
        </p:spPr>
      </p:sp>
      <p:sp>
        <p:nvSpPr>
          <p:cNvPr id="15" name="Text 13"/>
          <p:cNvSpPr/>
          <p:nvPr/>
        </p:nvSpPr>
        <p:spPr>
          <a:xfrm>
            <a:off x="576072" y="5074920"/>
            <a:ext cx="3405530" cy="914400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t">
            <a:normAutofit/>
          </a:bodyPr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50505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注：前提や注記を記載</a:t>
            </a:r>
            <a:endParaRPr lang="en-US" sz="1200" dirty="0"/>
          </a:p>
        </p:txBody>
      </p:sp>
      <p:sp>
        <p:nvSpPr>
          <p:cNvPr id="16" name="Text 14"/>
          <p:cNvSpPr/>
          <p:nvPr/>
        </p:nvSpPr>
        <p:spPr>
          <a:xfrm>
            <a:off x="4393082" y="1920240"/>
            <a:ext cx="3405530" cy="310896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t">
            <a:normAutofit/>
          </a:bodyPr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050505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Complication</a:t>
            </a:r>
            <a:endParaRPr lang="en-US" sz="1500" dirty="0"/>
          </a:p>
        </p:txBody>
      </p:sp>
      <p:sp>
        <p:nvSpPr>
          <p:cNvPr id="17" name="Shape 15"/>
          <p:cNvSpPr/>
          <p:nvPr/>
        </p:nvSpPr>
        <p:spPr>
          <a:xfrm>
            <a:off x="4393082" y="2304288"/>
            <a:ext cx="3405530" cy="0"/>
          </a:xfrm>
          <a:prstGeom prst="line">
            <a:avLst/>
          </a:prstGeom>
          <a:noFill/>
          <a:ln w="25400">
            <a:solidFill>
              <a:srgbClr val="050505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4393082" y="2468880"/>
            <a:ext cx="3405530" cy="868680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t">
            <a:normAutofit/>
          </a:bodyPr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050505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Text 3</a:t>
            </a:r>
            <a:endParaRPr lang="en-US" sz="1500" dirty="0"/>
          </a:p>
        </p:txBody>
      </p:sp>
      <p:sp>
        <p:nvSpPr>
          <p:cNvPr id="19" name="Text 17"/>
          <p:cNvSpPr/>
          <p:nvPr/>
        </p:nvSpPr>
        <p:spPr>
          <a:xfrm>
            <a:off x="4393082" y="3383280"/>
            <a:ext cx="3405530" cy="1417320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t">
            <a:normAutofit/>
          </a:bodyPr>
          <a:lstStyle/>
          <a:p>
            <a:pPr algn="l" indent="0" marL="0">
              <a:buNone/>
            </a:pPr>
            <a:r>
              <a:rPr lang="en-US" sz="1250" dirty="0">
                <a:solidFill>
                  <a:srgbClr val="050505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Text 4</a:t>
            </a:r>
            <a:endParaRPr lang="en-US" sz="1250" dirty="0"/>
          </a:p>
        </p:txBody>
      </p:sp>
      <p:sp>
        <p:nvSpPr>
          <p:cNvPr id="20" name="Shape 18"/>
          <p:cNvSpPr/>
          <p:nvPr/>
        </p:nvSpPr>
        <p:spPr>
          <a:xfrm>
            <a:off x="4393082" y="4937760"/>
            <a:ext cx="3405530" cy="0"/>
          </a:xfrm>
          <a:prstGeom prst="line">
            <a:avLst/>
          </a:prstGeom>
          <a:noFill/>
          <a:ln w="9525">
            <a:solidFill>
              <a:srgbClr val="666B70"/>
            </a:solidFill>
            <a:prstDash val="sysDot"/>
          </a:ln>
        </p:spPr>
      </p:sp>
      <p:sp>
        <p:nvSpPr>
          <p:cNvPr id="21" name="Text 19"/>
          <p:cNvSpPr/>
          <p:nvPr/>
        </p:nvSpPr>
        <p:spPr>
          <a:xfrm>
            <a:off x="4393082" y="5074920"/>
            <a:ext cx="3405530" cy="914400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t">
            <a:normAutofit/>
          </a:bodyPr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50505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注：前提や注記を記載</a:t>
            </a:r>
            <a:endParaRPr lang="en-US" sz="1200" dirty="0"/>
          </a:p>
        </p:txBody>
      </p:sp>
      <p:sp>
        <p:nvSpPr>
          <p:cNvPr id="22" name="Text 20"/>
          <p:cNvSpPr/>
          <p:nvPr/>
        </p:nvSpPr>
        <p:spPr>
          <a:xfrm>
            <a:off x="8210093" y="1920240"/>
            <a:ext cx="3405530" cy="310896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t">
            <a:normAutofit/>
          </a:bodyPr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050505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Resolution</a:t>
            </a:r>
            <a:endParaRPr lang="en-US" sz="1500" dirty="0"/>
          </a:p>
        </p:txBody>
      </p:sp>
      <p:sp>
        <p:nvSpPr>
          <p:cNvPr id="23" name="Shape 21"/>
          <p:cNvSpPr/>
          <p:nvPr/>
        </p:nvSpPr>
        <p:spPr>
          <a:xfrm>
            <a:off x="8210093" y="2304288"/>
            <a:ext cx="3405530" cy="0"/>
          </a:xfrm>
          <a:prstGeom prst="line">
            <a:avLst/>
          </a:prstGeom>
          <a:noFill/>
          <a:ln w="25400">
            <a:solidFill>
              <a:srgbClr val="050505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8210093" y="2468880"/>
            <a:ext cx="3405530" cy="868680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t">
            <a:normAutofit/>
          </a:bodyPr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050505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Text 5</a:t>
            </a:r>
            <a:endParaRPr lang="en-US" sz="1500" dirty="0"/>
          </a:p>
        </p:txBody>
      </p:sp>
      <p:sp>
        <p:nvSpPr>
          <p:cNvPr id="25" name="Text 23"/>
          <p:cNvSpPr/>
          <p:nvPr/>
        </p:nvSpPr>
        <p:spPr>
          <a:xfrm>
            <a:off x="8210093" y="3383280"/>
            <a:ext cx="3405530" cy="1417320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t">
            <a:normAutofit/>
          </a:bodyPr>
          <a:lstStyle/>
          <a:p>
            <a:pPr algn="l" indent="0" marL="0">
              <a:buNone/>
            </a:pPr>
            <a:r>
              <a:rPr lang="en-US" sz="1250" dirty="0">
                <a:solidFill>
                  <a:srgbClr val="050505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Text 6</a:t>
            </a:r>
            <a:endParaRPr lang="en-US" sz="1250" dirty="0"/>
          </a:p>
        </p:txBody>
      </p:sp>
      <p:sp>
        <p:nvSpPr>
          <p:cNvPr id="26" name="Shape 24"/>
          <p:cNvSpPr/>
          <p:nvPr/>
        </p:nvSpPr>
        <p:spPr>
          <a:xfrm>
            <a:off x="8210093" y="4937760"/>
            <a:ext cx="3405530" cy="0"/>
          </a:xfrm>
          <a:prstGeom prst="line">
            <a:avLst/>
          </a:prstGeom>
          <a:noFill/>
          <a:ln w="9525">
            <a:solidFill>
              <a:srgbClr val="666B70"/>
            </a:solidFill>
            <a:prstDash val="sysDot"/>
          </a:ln>
        </p:spPr>
      </p:sp>
      <p:sp>
        <p:nvSpPr>
          <p:cNvPr id="27" name="Text 25"/>
          <p:cNvSpPr/>
          <p:nvPr/>
        </p:nvSpPr>
        <p:spPr>
          <a:xfrm>
            <a:off x="8210093" y="5074920"/>
            <a:ext cx="3405530" cy="914400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t">
            <a:normAutofit/>
          </a:bodyPr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50505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注：前提や注記を記載</a:t>
            </a:r>
            <a:endParaRPr lang="en-US" sz="1200" dirty="0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76072" y="320040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b">
            <a:normAutofit/>
          </a:bodyPr>
          <a:lstStyle/>
          <a:p>
            <a:pPr indent="0" marL="0">
              <a:buNone/>
            </a:pPr>
            <a:r>
              <a:rPr lang="en-US" sz="1400" dirty="0">
                <a:solidFill>
                  <a:srgbClr val="050505"/>
                </a:solidFill>
                <a:latin typeface="Yu Mincho Demibold" pitchFamily="34" charset="0"/>
                <a:ea typeface="Yu Mincho Demibold" pitchFamily="34" charset="-122"/>
                <a:cs typeface="Yu Mincho Demibold" pitchFamily="34" charset="-120"/>
              </a:rPr>
              <a:t>スライド型カタログ</a:t>
            </a:r>
            <a:endParaRPr lang="en-US" sz="1400" dirty="0"/>
          </a:p>
        </p:txBody>
      </p:sp>
      <p:sp>
        <p:nvSpPr>
          <p:cNvPr id="3" name="Text 1"/>
          <p:cNvSpPr/>
          <p:nvPr/>
        </p:nvSpPr>
        <p:spPr>
          <a:xfrm>
            <a:off x="7043623" y="411480"/>
            <a:ext cx="4572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800" dirty="0">
                <a:solidFill>
                  <a:srgbClr val="666B70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23  ISSUE_TO_SOLUTION_MAP</a:t>
            </a:r>
            <a:endParaRPr lang="en-US" sz="800" dirty="0"/>
          </a:p>
        </p:txBody>
      </p:sp>
      <p:sp>
        <p:nvSpPr>
          <p:cNvPr id="4" name="Shape 2"/>
          <p:cNvSpPr/>
          <p:nvPr/>
        </p:nvSpPr>
        <p:spPr>
          <a:xfrm>
            <a:off x="576072" y="784555"/>
            <a:ext cx="11039551" cy="0"/>
          </a:xfrm>
          <a:prstGeom prst="line">
            <a:avLst/>
          </a:prstGeom>
          <a:noFill/>
          <a:ln w="13970">
            <a:solidFill>
              <a:srgbClr val="050505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576072" y="914400"/>
            <a:ext cx="11039551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2200" dirty="0">
                <a:solidFill>
                  <a:srgbClr val="050505"/>
                </a:solidFill>
                <a:latin typeface="Yu Mincho Demibold" pitchFamily="34" charset="0"/>
                <a:ea typeface="Yu Mincho Demibold" pitchFamily="34" charset="-122"/>
                <a:cs typeface="Yu Mincho Demibold" pitchFamily="34" charset="-120"/>
              </a:rPr>
              <a:t>課題と打ち手の対応</a:t>
            </a:r>
            <a:endParaRPr lang="en-US" sz="2200" dirty="0"/>
          </a:p>
        </p:txBody>
      </p:sp>
      <p:sp>
        <p:nvSpPr>
          <p:cNvPr id="6" name="Text 4"/>
          <p:cNvSpPr/>
          <p:nvPr/>
        </p:nvSpPr>
        <p:spPr>
          <a:xfrm>
            <a:off x="576072" y="6245352"/>
            <a:ext cx="89611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750" dirty="0">
                <a:solidFill>
                  <a:srgbClr val="666B70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出典：Source 1</a:t>
            </a:r>
            <a:endParaRPr lang="en-US" sz="750" dirty="0"/>
          </a:p>
        </p:txBody>
      </p:sp>
      <p:sp>
        <p:nvSpPr>
          <p:cNvPr id="7" name="Shape 5"/>
          <p:cNvSpPr/>
          <p:nvPr/>
        </p:nvSpPr>
        <p:spPr>
          <a:xfrm>
            <a:off x="576072" y="6483096"/>
            <a:ext cx="11039551" cy="0"/>
          </a:xfrm>
          <a:prstGeom prst="line">
            <a:avLst/>
          </a:prstGeom>
          <a:noFill/>
          <a:ln w="8890">
            <a:solidFill>
              <a:srgbClr val="D9DCDF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576072" y="6565392"/>
            <a:ext cx="54864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850" b="1" dirty="0">
                <a:solidFill>
                  <a:srgbClr val="050505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スライド型カタログ</a:t>
            </a:r>
            <a:endParaRPr lang="en-US" sz="850" dirty="0"/>
          </a:p>
        </p:txBody>
      </p:sp>
      <p:sp>
        <p:nvSpPr>
          <p:cNvPr id="9" name="Text 7"/>
          <p:cNvSpPr/>
          <p:nvPr/>
        </p:nvSpPr>
        <p:spPr>
          <a:xfrm>
            <a:off x="11249863" y="6565392"/>
            <a:ext cx="3657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666B70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24</a:t>
            </a:r>
            <a:endParaRPr lang="en-US" sz="750" dirty="0"/>
          </a:p>
        </p:txBody>
      </p:sp>
      <p:sp>
        <p:nvSpPr>
          <p:cNvPr id="10" name="Text 8"/>
          <p:cNvSpPr/>
          <p:nvPr/>
        </p:nvSpPr>
        <p:spPr>
          <a:xfrm>
            <a:off x="576072" y="2052828"/>
            <a:ext cx="5108296" cy="274320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t">
            <a:normAutofit/>
          </a:bodyPr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050505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Issue</a:t>
            </a:r>
            <a:endParaRPr lang="en-US" sz="1400" dirty="0"/>
          </a:p>
        </p:txBody>
      </p:sp>
      <p:sp>
        <p:nvSpPr>
          <p:cNvPr id="11" name="Shape 9"/>
          <p:cNvSpPr/>
          <p:nvPr/>
        </p:nvSpPr>
        <p:spPr>
          <a:xfrm>
            <a:off x="576072" y="2418588"/>
            <a:ext cx="5108296" cy="0"/>
          </a:xfrm>
          <a:prstGeom prst="line">
            <a:avLst/>
          </a:prstGeom>
          <a:noFill/>
          <a:ln w="25400">
            <a:solidFill>
              <a:srgbClr val="050505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6507328" y="2052828"/>
            <a:ext cx="5108296" cy="274320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t">
            <a:normAutofit/>
          </a:bodyPr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050505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Resolution</a:t>
            </a:r>
            <a:endParaRPr lang="en-US" sz="1400" dirty="0"/>
          </a:p>
        </p:txBody>
      </p:sp>
      <p:sp>
        <p:nvSpPr>
          <p:cNvPr id="13" name="Shape 11"/>
          <p:cNvSpPr/>
          <p:nvPr/>
        </p:nvSpPr>
        <p:spPr>
          <a:xfrm>
            <a:off x="6507328" y="2418588"/>
            <a:ext cx="5108296" cy="0"/>
          </a:xfrm>
          <a:prstGeom prst="line">
            <a:avLst/>
          </a:prstGeom>
          <a:noFill/>
          <a:ln w="25400">
            <a:solidFill>
              <a:srgbClr val="050505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576072" y="2702052"/>
            <a:ext cx="5108296" cy="868680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t">
            <a:normAutofit/>
          </a:bodyPr>
          <a:lstStyle/>
          <a:p>
            <a:pPr algn="l" indent="0" marL="0">
              <a:buNone/>
            </a:pPr>
            <a:r>
              <a:rPr lang="en-US" sz="1250" dirty="0">
                <a:solidFill>
                  <a:srgbClr val="050505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Text 1</a:t>
            </a:r>
            <a:endParaRPr lang="en-US" sz="1250" dirty="0"/>
          </a:p>
        </p:txBody>
      </p:sp>
      <p:sp>
        <p:nvSpPr>
          <p:cNvPr id="15" name="Text 13"/>
          <p:cNvSpPr/>
          <p:nvPr/>
        </p:nvSpPr>
        <p:spPr>
          <a:xfrm>
            <a:off x="6507328" y="2702052"/>
            <a:ext cx="5108296" cy="411480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t">
            <a:normAutofit/>
          </a:bodyPr>
          <a:lstStyle/>
          <a:p>
            <a:pPr algn="l" indent="0" marL="0">
              <a:buNone/>
            </a:pPr>
            <a:r>
              <a:rPr lang="en-US" sz="1250" b="1" dirty="0">
                <a:solidFill>
                  <a:srgbClr val="050505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Text 2</a:t>
            </a:r>
            <a:endParaRPr lang="en-US" sz="1250" dirty="0"/>
          </a:p>
        </p:txBody>
      </p:sp>
      <p:sp>
        <p:nvSpPr>
          <p:cNvPr id="16" name="Text 14"/>
          <p:cNvSpPr/>
          <p:nvPr/>
        </p:nvSpPr>
        <p:spPr>
          <a:xfrm>
            <a:off x="6507328" y="3104388"/>
            <a:ext cx="5108296" cy="365760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t">
            <a:normAutofit/>
          </a:bodyPr>
          <a:lstStyle/>
          <a:p>
            <a:pPr algn="l" indent="0" marL="0">
              <a:buNone/>
            </a:pPr>
            <a:r>
              <a:rPr lang="en-US" sz="1050" dirty="0">
                <a:solidFill>
                  <a:srgbClr val="666B70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Text 3</a:t>
            </a:r>
            <a:endParaRPr lang="en-US" sz="1050" dirty="0"/>
          </a:p>
        </p:txBody>
      </p:sp>
      <p:sp>
        <p:nvSpPr>
          <p:cNvPr id="17" name="Shape 15"/>
          <p:cNvSpPr/>
          <p:nvPr/>
        </p:nvSpPr>
        <p:spPr>
          <a:xfrm>
            <a:off x="576072" y="3643884"/>
            <a:ext cx="5108296" cy="0"/>
          </a:xfrm>
          <a:prstGeom prst="line">
            <a:avLst/>
          </a:prstGeom>
          <a:noFill/>
          <a:ln w="6350">
            <a:solidFill>
              <a:srgbClr val="D9DCDF"/>
            </a:solidFill>
            <a:prstDash val="dash"/>
          </a:ln>
        </p:spPr>
      </p:sp>
      <p:sp>
        <p:nvSpPr>
          <p:cNvPr id="18" name="Shape 16"/>
          <p:cNvSpPr/>
          <p:nvPr/>
        </p:nvSpPr>
        <p:spPr>
          <a:xfrm>
            <a:off x="6507328" y="3643884"/>
            <a:ext cx="5108296" cy="0"/>
          </a:xfrm>
          <a:prstGeom prst="line">
            <a:avLst/>
          </a:prstGeom>
          <a:noFill/>
          <a:ln w="6350">
            <a:solidFill>
              <a:srgbClr val="D9DCDF"/>
            </a:solidFill>
            <a:prstDash val="dash"/>
          </a:ln>
        </p:spPr>
      </p:sp>
      <p:sp>
        <p:nvSpPr>
          <p:cNvPr id="19" name="Text 17"/>
          <p:cNvSpPr/>
          <p:nvPr/>
        </p:nvSpPr>
        <p:spPr>
          <a:xfrm>
            <a:off x="576072" y="3753612"/>
            <a:ext cx="5108296" cy="868680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t">
            <a:normAutofit/>
          </a:bodyPr>
          <a:lstStyle/>
          <a:p>
            <a:pPr algn="l" indent="0" marL="0">
              <a:buNone/>
            </a:pPr>
            <a:r>
              <a:rPr lang="en-US" sz="1250" dirty="0">
                <a:solidFill>
                  <a:srgbClr val="050505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Text 4</a:t>
            </a:r>
            <a:endParaRPr lang="en-US" sz="1250" dirty="0"/>
          </a:p>
        </p:txBody>
      </p:sp>
      <p:sp>
        <p:nvSpPr>
          <p:cNvPr id="20" name="Text 18"/>
          <p:cNvSpPr/>
          <p:nvPr/>
        </p:nvSpPr>
        <p:spPr>
          <a:xfrm>
            <a:off x="6507328" y="3753612"/>
            <a:ext cx="5108296" cy="411480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t">
            <a:normAutofit/>
          </a:bodyPr>
          <a:lstStyle/>
          <a:p>
            <a:pPr algn="l" indent="0" marL="0">
              <a:buNone/>
            </a:pPr>
            <a:r>
              <a:rPr lang="en-US" sz="1250" b="1" dirty="0">
                <a:solidFill>
                  <a:srgbClr val="050505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Text 5</a:t>
            </a:r>
            <a:endParaRPr lang="en-US" sz="1250" dirty="0"/>
          </a:p>
        </p:txBody>
      </p:sp>
      <p:sp>
        <p:nvSpPr>
          <p:cNvPr id="21" name="Text 19"/>
          <p:cNvSpPr/>
          <p:nvPr/>
        </p:nvSpPr>
        <p:spPr>
          <a:xfrm>
            <a:off x="6507328" y="4155948"/>
            <a:ext cx="5108296" cy="365760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t">
            <a:normAutofit/>
          </a:bodyPr>
          <a:lstStyle/>
          <a:p>
            <a:pPr algn="l" indent="0" marL="0">
              <a:buNone/>
            </a:pPr>
            <a:r>
              <a:rPr lang="en-US" sz="1050" dirty="0">
                <a:solidFill>
                  <a:srgbClr val="666B70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Text 6</a:t>
            </a:r>
            <a:endParaRPr lang="en-US" sz="1050" dirty="0"/>
          </a:p>
        </p:txBody>
      </p:sp>
      <p:sp>
        <p:nvSpPr>
          <p:cNvPr id="22" name="Shape 20"/>
          <p:cNvSpPr/>
          <p:nvPr/>
        </p:nvSpPr>
        <p:spPr>
          <a:xfrm>
            <a:off x="576072" y="4695444"/>
            <a:ext cx="5108296" cy="0"/>
          </a:xfrm>
          <a:prstGeom prst="line">
            <a:avLst/>
          </a:prstGeom>
          <a:noFill/>
          <a:ln w="6350">
            <a:solidFill>
              <a:srgbClr val="D9DCDF"/>
            </a:solidFill>
            <a:prstDash val="dash"/>
          </a:ln>
        </p:spPr>
      </p:sp>
      <p:sp>
        <p:nvSpPr>
          <p:cNvPr id="23" name="Shape 21"/>
          <p:cNvSpPr/>
          <p:nvPr/>
        </p:nvSpPr>
        <p:spPr>
          <a:xfrm>
            <a:off x="6507328" y="4695444"/>
            <a:ext cx="5108296" cy="0"/>
          </a:xfrm>
          <a:prstGeom prst="line">
            <a:avLst/>
          </a:prstGeom>
          <a:noFill/>
          <a:ln w="6350">
            <a:solidFill>
              <a:srgbClr val="D9DCDF"/>
            </a:solidFill>
            <a:prstDash val="dash"/>
          </a:ln>
        </p:spPr>
      </p:sp>
      <p:sp>
        <p:nvSpPr>
          <p:cNvPr id="24" name="Text 22"/>
          <p:cNvSpPr/>
          <p:nvPr/>
        </p:nvSpPr>
        <p:spPr>
          <a:xfrm>
            <a:off x="576072" y="4805172"/>
            <a:ext cx="5108296" cy="868680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t">
            <a:normAutofit/>
          </a:bodyPr>
          <a:lstStyle/>
          <a:p>
            <a:pPr algn="l" indent="0" marL="0">
              <a:buNone/>
            </a:pPr>
            <a:r>
              <a:rPr lang="en-US" sz="1250" dirty="0">
                <a:solidFill>
                  <a:srgbClr val="050505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Text 7</a:t>
            </a:r>
            <a:endParaRPr lang="en-US" sz="1250" dirty="0"/>
          </a:p>
        </p:txBody>
      </p:sp>
      <p:sp>
        <p:nvSpPr>
          <p:cNvPr id="25" name="Text 23"/>
          <p:cNvSpPr/>
          <p:nvPr/>
        </p:nvSpPr>
        <p:spPr>
          <a:xfrm>
            <a:off x="6507328" y="4805172"/>
            <a:ext cx="5108296" cy="411480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t">
            <a:normAutofit/>
          </a:bodyPr>
          <a:lstStyle/>
          <a:p>
            <a:pPr algn="l" indent="0" marL="0">
              <a:buNone/>
            </a:pPr>
            <a:r>
              <a:rPr lang="en-US" sz="1250" b="1" dirty="0">
                <a:solidFill>
                  <a:srgbClr val="050505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Text 8</a:t>
            </a:r>
            <a:endParaRPr lang="en-US" sz="1250" dirty="0"/>
          </a:p>
        </p:txBody>
      </p:sp>
      <p:sp>
        <p:nvSpPr>
          <p:cNvPr id="26" name="Text 24"/>
          <p:cNvSpPr/>
          <p:nvPr/>
        </p:nvSpPr>
        <p:spPr>
          <a:xfrm>
            <a:off x="6507328" y="5207508"/>
            <a:ext cx="5108296" cy="365760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t">
            <a:normAutofit/>
          </a:bodyPr>
          <a:lstStyle/>
          <a:p>
            <a:pPr algn="l" indent="0" marL="0">
              <a:buNone/>
            </a:pPr>
            <a:r>
              <a:rPr lang="en-US" sz="1050" dirty="0">
                <a:solidFill>
                  <a:srgbClr val="666B70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Text 9</a:t>
            </a:r>
            <a:endParaRPr lang="en-US" sz="1050" dirty="0"/>
          </a:p>
        </p:txBody>
      </p:sp>
      <p:sp>
        <p:nvSpPr>
          <p:cNvPr id="27" name="Shape 25"/>
          <p:cNvSpPr/>
          <p:nvPr/>
        </p:nvSpPr>
        <p:spPr>
          <a:xfrm rot="5400000">
            <a:off x="5986120" y="4123944"/>
            <a:ext cx="219456" cy="201168"/>
          </a:xfrm>
          <a:prstGeom prst="triangle">
            <a:avLst/>
          </a:prstGeom>
          <a:solidFill>
            <a:srgbClr val="071B2C"/>
          </a:solidFill>
          <a:ln/>
        </p:spPr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76072" y="320040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b">
            <a:normAutofit/>
          </a:bodyPr>
          <a:lstStyle/>
          <a:p>
            <a:pPr indent="0" marL="0">
              <a:buNone/>
            </a:pPr>
            <a:r>
              <a:rPr lang="en-US" sz="1400" dirty="0">
                <a:solidFill>
                  <a:srgbClr val="050505"/>
                </a:solidFill>
                <a:latin typeface="Yu Mincho Demibold" pitchFamily="34" charset="0"/>
                <a:ea typeface="Yu Mincho Demibold" pitchFamily="34" charset="-122"/>
                <a:cs typeface="Yu Mincho Demibold" pitchFamily="34" charset="-120"/>
              </a:rPr>
              <a:t>スライド型カタログ</a:t>
            </a:r>
            <a:endParaRPr lang="en-US" sz="1400" dirty="0"/>
          </a:p>
        </p:txBody>
      </p:sp>
      <p:sp>
        <p:nvSpPr>
          <p:cNvPr id="3" name="Text 1"/>
          <p:cNvSpPr/>
          <p:nvPr/>
        </p:nvSpPr>
        <p:spPr>
          <a:xfrm>
            <a:off x="7043623" y="411480"/>
            <a:ext cx="4572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800" dirty="0">
                <a:solidFill>
                  <a:srgbClr val="666B70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24  ISSUE_CAUSE_SOLUTION</a:t>
            </a:r>
            <a:endParaRPr lang="en-US" sz="800" dirty="0"/>
          </a:p>
        </p:txBody>
      </p:sp>
      <p:sp>
        <p:nvSpPr>
          <p:cNvPr id="4" name="Shape 2"/>
          <p:cNvSpPr/>
          <p:nvPr/>
        </p:nvSpPr>
        <p:spPr>
          <a:xfrm>
            <a:off x="576072" y="784555"/>
            <a:ext cx="11039551" cy="0"/>
          </a:xfrm>
          <a:prstGeom prst="line">
            <a:avLst/>
          </a:prstGeom>
          <a:noFill/>
          <a:ln w="13970">
            <a:solidFill>
              <a:srgbClr val="050505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576072" y="914400"/>
            <a:ext cx="11039551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2200" dirty="0">
                <a:solidFill>
                  <a:srgbClr val="050505"/>
                </a:solidFill>
                <a:latin typeface="Yu Mincho Demibold" pitchFamily="34" charset="0"/>
                <a:ea typeface="Yu Mincho Demibold" pitchFamily="34" charset="-122"/>
                <a:cs typeface="Yu Mincho Demibold" pitchFamily="34" charset="-120"/>
              </a:rPr>
              <a:t>課題→原因→解決</a:t>
            </a:r>
            <a:endParaRPr lang="en-US" sz="2200" dirty="0"/>
          </a:p>
        </p:txBody>
      </p:sp>
      <p:sp>
        <p:nvSpPr>
          <p:cNvPr id="6" name="Text 4"/>
          <p:cNvSpPr/>
          <p:nvPr/>
        </p:nvSpPr>
        <p:spPr>
          <a:xfrm>
            <a:off x="576072" y="6245352"/>
            <a:ext cx="89611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750" dirty="0">
                <a:solidFill>
                  <a:srgbClr val="666B70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出典：Source 1</a:t>
            </a:r>
            <a:endParaRPr lang="en-US" sz="750" dirty="0"/>
          </a:p>
        </p:txBody>
      </p:sp>
      <p:sp>
        <p:nvSpPr>
          <p:cNvPr id="7" name="Shape 5"/>
          <p:cNvSpPr/>
          <p:nvPr/>
        </p:nvSpPr>
        <p:spPr>
          <a:xfrm>
            <a:off x="576072" y="6483096"/>
            <a:ext cx="11039551" cy="0"/>
          </a:xfrm>
          <a:prstGeom prst="line">
            <a:avLst/>
          </a:prstGeom>
          <a:noFill/>
          <a:ln w="8890">
            <a:solidFill>
              <a:srgbClr val="D9DCDF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576072" y="6565392"/>
            <a:ext cx="54864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850" b="1" dirty="0">
                <a:solidFill>
                  <a:srgbClr val="050505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スライド型カタログ</a:t>
            </a:r>
            <a:endParaRPr lang="en-US" sz="850" dirty="0"/>
          </a:p>
        </p:txBody>
      </p:sp>
      <p:sp>
        <p:nvSpPr>
          <p:cNvPr id="9" name="Text 7"/>
          <p:cNvSpPr/>
          <p:nvPr/>
        </p:nvSpPr>
        <p:spPr>
          <a:xfrm>
            <a:off x="11249863" y="6565392"/>
            <a:ext cx="3657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666B70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25</a:t>
            </a:r>
            <a:endParaRPr lang="en-US" sz="750" dirty="0"/>
          </a:p>
        </p:txBody>
      </p:sp>
      <p:sp>
        <p:nvSpPr>
          <p:cNvPr id="10" name="Text 8"/>
          <p:cNvSpPr/>
          <p:nvPr/>
        </p:nvSpPr>
        <p:spPr>
          <a:xfrm>
            <a:off x="576072" y="2514600"/>
            <a:ext cx="3222650" cy="310896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t">
            <a:normAutofit/>
          </a:bodyPr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050505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ラベル1</a:t>
            </a:r>
            <a:endParaRPr lang="en-US" sz="1500" dirty="0"/>
          </a:p>
        </p:txBody>
      </p:sp>
      <p:sp>
        <p:nvSpPr>
          <p:cNvPr id="11" name="Shape 9"/>
          <p:cNvSpPr/>
          <p:nvPr/>
        </p:nvSpPr>
        <p:spPr>
          <a:xfrm>
            <a:off x="576072" y="2898648"/>
            <a:ext cx="3222650" cy="0"/>
          </a:xfrm>
          <a:prstGeom prst="line">
            <a:avLst/>
          </a:prstGeom>
          <a:noFill/>
          <a:ln w="25400">
            <a:solidFill>
              <a:srgbClr val="050505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576072" y="3063240"/>
            <a:ext cx="3222650" cy="640080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t">
            <a:normAutofit/>
          </a:bodyPr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050505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Text 1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576072" y="3749040"/>
            <a:ext cx="3222650" cy="1463040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t">
            <a:normAutofit/>
          </a:bodyPr>
          <a:lstStyle/>
          <a:p>
            <a:pPr algn="l" indent="0" marL="0">
              <a:buNone/>
            </a:pPr>
            <a:r>
              <a:rPr lang="en-US" sz="1200" dirty="0">
                <a:solidFill>
                  <a:srgbClr val="050505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Text 2</a:t>
            </a:r>
            <a:endParaRPr lang="en-US" sz="1200" dirty="0"/>
          </a:p>
        </p:txBody>
      </p:sp>
      <p:sp>
        <p:nvSpPr>
          <p:cNvPr id="14" name="Shape 12"/>
          <p:cNvSpPr/>
          <p:nvPr/>
        </p:nvSpPr>
        <p:spPr>
          <a:xfrm>
            <a:off x="3835298" y="3794760"/>
            <a:ext cx="292608" cy="201168"/>
          </a:xfrm>
          <a:prstGeom prst="rightArrow">
            <a:avLst/>
          </a:prstGeom>
          <a:solidFill>
            <a:srgbClr val="1E5F8C"/>
          </a:solidFill>
          <a:ln/>
        </p:spPr>
      </p:sp>
      <p:sp>
        <p:nvSpPr>
          <p:cNvPr id="15" name="Text 13"/>
          <p:cNvSpPr/>
          <p:nvPr/>
        </p:nvSpPr>
        <p:spPr>
          <a:xfrm>
            <a:off x="4255922" y="2514600"/>
            <a:ext cx="3222650" cy="310896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t">
            <a:normAutofit/>
          </a:bodyPr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050505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ラベル2</a:t>
            </a:r>
            <a:endParaRPr lang="en-US" sz="1500" dirty="0"/>
          </a:p>
        </p:txBody>
      </p:sp>
      <p:sp>
        <p:nvSpPr>
          <p:cNvPr id="16" name="Shape 14"/>
          <p:cNvSpPr/>
          <p:nvPr/>
        </p:nvSpPr>
        <p:spPr>
          <a:xfrm>
            <a:off x="4255922" y="2898648"/>
            <a:ext cx="3222650" cy="0"/>
          </a:xfrm>
          <a:prstGeom prst="line">
            <a:avLst/>
          </a:prstGeom>
          <a:noFill/>
          <a:ln w="25400">
            <a:solidFill>
              <a:srgbClr val="050505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4255922" y="3063240"/>
            <a:ext cx="3222650" cy="640080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t">
            <a:normAutofit/>
          </a:bodyPr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050505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Text 3</a:t>
            </a:r>
            <a:endParaRPr lang="en-US" sz="1400" dirty="0"/>
          </a:p>
        </p:txBody>
      </p:sp>
      <p:sp>
        <p:nvSpPr>
          <p:cNvPr id="18" name="Text 16"/>
          <p:cNvSpPr/>
          <p:nvPr/>
        </p:nvSpPr>
        <p:spPr>
          <a:xfrm>
            <a:off x="4255922" y="3749040"/>
            <a:ext cx="3222650" cy="1463040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t">
            <a:normAutofit/>
          </a:bodyPr>
          <a:lstStyle/>
          <a:p>
            <a:pPr algn="l" indent="0" marL="0">
              <a:buNone/>
            </a:pPr>
            <a:r>
              <a:rPr lang="en-US" sz="1200" dirty="0">
                <a:solidFill>
                  <a:srgbClr val="050505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Text 4</a:t>
            </a:r>
            <a:endParaRPr lang="en-US" sz="1200" dirty="0"/>
          </a:p>
        </p:txBody>
      </p:sp>
      <p:sp>
        <p:nvSpPr>
          <p:cNvPr id="19" name="Shape 17"/>
          <p:cNvSpPr/>
          <p:nvPr/>
        </p:nvSpPr>
        <p:spPr>
          <a:xfrm>
            <a:off x="7515149" y="3794760"/>
            <a:ext cx="292608" cy="201168"/>
          </a:xfrm>
          <a:prstGeom prst="rightArrow">
            <a:avLst/>
          </a:prstGeom>
          <a:solidFill>
            <a:srgbClr val="1E5F8C"/>
          </a:solidFill>
          <a:ln/>
        </p:spPr>
      </p:sp>
      <p:sp>
        <p:nvSpPr>
          <p:cNvPr id="20" name="Text 18"/>
          <p:cNvSpPr/>
          <p:nvPr/>
        </p:nvSpPr>
        <p:spPr>
          <a:xfrm>
            <a:off x="7935773" y="2514600"/>
            <a:ext cx="3222650" cy="310896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t">
            <a:normAutofit/>
          </a:bodyPr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050505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ラベル3</a:t>
            </a:r>
            <a:endParaRPr lang="en-US" sz="1500" dirty="0"/>
          </a:p>
        </p:txBody>
      </p:sp>
      <p:sp>
        <p:nvSpPr>
          <p:cNvPr id="21" name="Shape 19"/>
          <p:cNvSpPr/>
          <p:nvPr/>
        </p:nvSpPr>
        <p:spPr>
          <a:xfrm>
            <a:off x="7935773" y="2898648"/>
            <a:ext cx="3222650" cy="0"/>
          </a:xfrm>
          <a:prstGeom prst="line">
            <a:avLst/>
          </a:prstGeom>
          <a:noFill/>
          <a:ln w="25400">
            <a:solidFill>
              <a:srgbClr val="050505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7935773" y="3063240"/>
            <a:ext cx="3222650" cy="640080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t">
            <a:normAutofit/>
          </a:bodyPr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050505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Text 5</a:t>
            </a:r>
            <a:endParaRPr lang="en-US" sz="1400" dirty="0"/>
          </a:p>
        </p:txBody>
      </p:sp>
      <p:sp>
        <p:nvSpPr>
          <p:cNvPr id="23" name="Text 21"/>
          <p:cNvSpPr/>
          <p:nvPr/>
        </p:nvSpPr>
        <p:spPr>
          <a:xfrm>
            <a:off x="7935773" y="3749040"/>
            <a:ext cx="3222650" cy="1463040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t">
            <a:normAutofit/>
          </a:bodyPr>
          <a:lstStyle/>
          <a:p>
            <a:pPr algn="l" indent="0" marL="0">
              <a:buNone/>
            </a:pPr>
            <a:r>
              <a:rPr lang="en-US" sz="1200" dirty="0">
                <a:solidFill>
                  <a:srgbClr val="050505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Text 6</a:t>
            </a:r>
            <a:endParaRPr lang="en-US" sz="1200" dirty="0"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76072" y="320040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b">
            <a:normAutofit/>
          </a:bodyPr>
          <a:lstStyle/>
          <a:p>
            <a:pPr indent="0" marL="0">
              <a:buNone/>
            </a:pPr>
            <a:r>
              <a:rPr lang="en-US" sz="1400" dirty="0">
                <a:solidFill>
                  <a:srgbClr val="050505"/>
                </a:solidFill>
                <a:latin typeface="Yu Mincho Demibold" pitchFamily="34" charset="0"/>
                <a:ea typeface="Yu Mincho Demibold" pitchFamily="34" charset="-122"/>
                <a:cs typeface="Yu Mincho Demibold" pitchFamily="34" charset="-120"/>
              </a:rPr>
              <a:t>スライド型カタログ</a:t>
            </a:r>
            <a:endParaRPr lang="en-US" sz="1400" dirty="0"/>
          </a:p>
        </p:txBody>
      </p:sp>
      <p:sp>
        <p:nvSpPr>
          <p:cNvPr id="3" name="Text 1"/>
          <p:cNvSpPr/>
          <p:nvPr/>
        </p:nvSpPr>
        <p:spPr>
          <a:xfrm>
            <a:off x="7043623" y="411480"/>
            <a:ext cx="4572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800" dirty="0">
                <a:solidFill>
                  <a:srgbClr val="666B70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25  ISSUE_TREE</a:t>
            </a:r>
            <a:endParaRPr lang="en-US" sz="800" dirty="0"/>
          </a:p>
        </p:txBody>
      </p:sp>
      <p:sp>
        <p:nvSpPr>
          <p:cNvPr id="4" name="Shape 2"/>
          <p:cNvSpPr/>
          <p:nvPr/>
        </p:nvSpPr>
        <p:spPr>
          <a:xfrm>
            <a:off x="576072" y="784555"/>
            <a:ext cx="11039551" cy="0"/>
          </a:xfrm>
          <a:prstGeom prst="line">
            <a:avLst/>
          </a:prstGeom>
          <a:noFill/>
          <a:ln w="13970">
            <a:solidFill>
              <a:srgbClr val="050505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576072" y="914400"/>
            <a:ext cx="11039551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2200" dirty="0">
                <a:solidFill>
                  <a:srgbClr val="050505"/>
                </a:solidFill>
                <a:latin typeface="Yu Mincho Demibold" pitchFamily="34" charset="0"/>
                <a:ea typeface="Yu Mincho Demibold" pitchFamily="34" charset="-122"/>
                <a:cs typeface="Yu Mincho Demibold" pitchFamily="34" charset="-120"/>
              </a:rPr>
              <a:t>イシューツリー</a:t>
            </a:r>
            <a:endParaRPr lang="en-US" sz="2200" dirty="0"/>
          </a:p>
        </p:txBody>
      </p:sp>
      <p:sp>
        <p:nvSpPr>
          <p:cNvPr id="6" name="Text 4"/>
          <p:cNvSpPr/>
          <p:nvPr/>
        </p:nvSpPr>
        <p:spPr>
          <a:xfrm>
            <a:off x="576072" y="6245352"/>
            <a:ext cx="89611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750" dirty="0">
                <a:solidFill>
                  <a:srgbClr val="666B70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出典：Source 1</a:t>
            </a:r>
            <a:endParaRPr lang="en-US" sz="750" dirty="0"/>
          </a:p>
        </p:txBody>
      </p:sp>
      <p:sp>
        <p:nvSpPr>
          <p:cNvPr id="7" name="Shape 5"/>
          <p:cNvSpPr/>
          <p:nvPr/>
        </p:nvSpPr>
        <p:spPr>
          <a:xfrm>
            <a:off x="576072" y="6483096"/>
            <a:ext cx="11039551" cy="0"/>
          </a:xfrm>
          <a:prstGeom prst="line">
            <a:avLst/>
          </a:prstGeom>
          <a:noFill/>
          <a:ln w="8890">
            <a:solidFill>
              <a:srgbClr val="D9DCDF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576072" y="6565392"/>
            <a:ext cx="54864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850" b="1" dirty="0">
                <a:solidFill>
                  <a:srgbClr val="050505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スライド型カタログ</a:t>
            </a:r>
            <a:endParaRPr lang="en-US" sz="850" dirty="0"/>
          </a:p>
        </p:txBody>
      </p:sp>
      <p:sp>
        <p:nvSpPr>
          <p:cNvPr id="9" name="Text 7"/>
          <p:cNvSpPr/>
          <p:nvPr/>
        </p:nvSpPr>
        <p:spPr>
          <a:xfrm>
            <a:off x="11249863" y="6565392"/>
            <a:ext cx="3657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666B70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26</a:t>
            </a:r>
            <a:endParaRPr lang="en-US" sz="750" dirty="0"/>
          </a:p>
        </p:txBody>
      </p:sp>
      <p:sp>
        <p:nvSpPr>
          <p:cNvPr id="10" name="Shape 8"/>
          <p:cNvSpPr/>
          <p:nvPr/>
        </p:nvSpPr>
        <p:spPr>
          <a:xfrm>
            <a:off x="576072" y="3584448"/>
            <a:ext cx="2286000" cy="1005840"/>
          </a:xfrm>
          <a:prstGeom prst="rect">
            <a:avLst/>
          </a:prstGeom>
          <a:solidFill>
            <a:srgbClr val="071B2C"/>
          </a:solidFill>
          <a:ln/>
        </p:spPr>
      </p:sp>
      <p:sp>
        <p:nvSpPr>
          <p:cNvPr id="11" name="Text 9"/>
          <p:cNvSpPr/>
          <p:nvPr/>
        </p:nvSpPr>
        <p:spPr>
          <a:xfrm>
            <a:off x="758952" y="3675888"/>
            <a:ext cx="1920240" cy="822960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>
            <a:normAutofit/>
          </a:bodyPr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分解したいイシュー</a:t>
            </a:r>
            <a:endParaRPr lang="en-US" sz="1300" dirty="0"/>
          </a:p>
        </p:txBody>
      </p:sp>
      <p:sp>
        <p:nvSpPr>
          <p:cNvPr id="12" name="Shape 10"/>
          <p:cNvSpPr/>
          <p:nvPr/>
        </p:nvSpPr>
        <p:spPr>
          <a:xfrm>
            <a:off x="2862072" y="4087368"/>
            <a:ext cx="320040" cy="0"/>
          </a:xfrm>
          <a:prstGeom prst="line">
            <a:avLst/>
          </a:prstGeom>
          <a:noFill/>
          <a:ln w="12700">
            <a:solidFill>
              <a:srgbClr val="D9DCDF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3182112" y="2703576"/>
            <a:ext cx="0" cy="2767584"/>
          </a:xfrm>
          <a:prstGeom prst="line">
            <a:avLst/>
          </a:prstGeom>
          <a:noFill/>
          <a:ln w="12700">
            <a:solidFill>
              <a:srgbClr val="D9DCDF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3182112" y="2703576"/>
            <a:ext cx="320040" cy="0"/>
          </a:xfrm>
          <a:prstGeom prst="line">
            <a:avLst/>
          </a:prstGeom>
          <a:noFill/>
          <a:ln w="12700">
            <a:solidFill>
              <a:srgbClr val="D9DCDF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3502152" y="2429256"/>
            <a:ext cx="2743200" cy="548640"/>
          </a:xfrm>
          <a:prstGeom prst="rect">
            <a:avLst/>
          </a:prstGeom>
          <a:solidFill>
            <a:srgbClr val="E7F4F8"/>
          </a:solidFill>
          <a:ln/>
        </p:spPr>
      </p:sp>
      <p:sp>
        <p:nvSpPr>
          <p:cNvPr id="16" name="Text 14"/>
          <p:cNvSpPr/>
          <p:nvPr/>
        </p:nvSpPr>
        <p:spPr>
          <a:xfrm>
            <a:off x="3639312" y="2484120"/>
            <a:ext cx="2468880" cy="438912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>
            <a:normAutofit/>
          </a:bodyPr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50505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サブイシュー1</a:t>
            </a:r>
            <a:endParaRPr lang="en-US" sz="1200" dirty="0"/>
          </a:p>
        </p:txBody>
      </p:sp>
      <p:sp>
        <p:nvSpPr>
          <p:cNvPr id="17" name="Shape 15"/>
          <p:cNvSpPr/>
          <p:nvPr/>
        </p:nvSpPr>
        <p:spPr>
          <a:xfrm>
            <a:off x="6245352" y="2703576"/>
            <a:ext cx="320040" cy="0"/>
          </a:xfrm>
          <a:prstGeom prst="line">
            <a:avLst/>
          </a:prstGeom>
          <a:noFill/>
          <a:ln w="12700">
            <a:solidFill>
              <a:srgbClr val="D9DCDF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6565392" y="2415540"/>
            <a:ext cx="0" cy="576072"/>
          </a:xfrm>
          <a:prstGeom prst="line">
            <a:avLst/>
          </a:prstGeom>
          <a:noFill/>
          <a:ln w="12700">
            <a:solidFill>
              <a:srgbClr val="D9DCDF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6565392" y="2415540"/>
            <a:ext cx="320040" cy="0"/>
          </a:xfrm>
          <a:prstGeom prst="line">
            <a:avLst/>
          </a:prstGeom>
          <a:noFill/>
          <a:ln w="12700">
            <a:solidFill>
              <a:srgbClr val="D9DCDF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6931152" y="2246376"/>
            <a:ext cx="4638751" cy="338328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>
            <a:normAutofit/>
          </a:bodyPr>
          <a:lstStyle/>
          <a:p>
            <a:pPr algn="l" indent="0" marL="0">
              <a:buNone/>
            </a:pPr>
            <a:r>
              <a:rPr lang="en-US" sz="1150" dirty="0">
                <a:solidFill>
                  <a:srgbClr val="050505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論点1-1</a:t>
            </a:r>
            <a:endParaRPr lang="en-US" sz="1150" dirty="0"/>
          </a:p>
        </p:txBody>
      </p:sp>
      <p:sp>
        <p:nvSpPr>
          <p:cNvPr id="21" name="Shape 19"/>
          <p:cNvSpPr/>
          <p:nvPr/>
        </p:nvSpPr>
        <p:spPr>
          <a:xfrm>
            <a:off x="6565392" y="2991612"/>
            <a:ext cx="320040" cy="0"/>
          </a:xfrm>
          <a:prstGeom prst="line">
            <a:avLst/>
          </a:prstGeom>
          <a:noFill/>
          <a:ln w="12700">
            <a:solidFill>
              <a:srgbClr val="D9DCDF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6931152" y="2822448"/>
            <a:ext cx="4638751" cy="338328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>
            <a:normAutofit/>
          </a:bodyPr>
          <a:lstStyle/>
          <a:p>
            <a:pPr algn="l" indent="0" marL="0">
              <a:buNone/>
            </a:pPr>
            <a:r>
              <a:rPr lang="en-US" sz="1150" dirty="0">
                <a:solidFill>
                  <a:srgbClr val="050505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論点1-2</a:t>
            </a:r>
            <a:endParaRPr lang="en-US" sz="1150" dirty="0"/>
          </a:p>
        </p:txBody>
      </p:sp>
      <p:sp>
        <p:nvSpPr>
          <p:cNvPr id="23" name="Shape 21"/>
          <p:cNvSpPr/>
          <p:nvPr/>
        </p:nvSpPr>
        <p:spPr>
          <a:xfrm>
            <a:off x="3182112" y="4087368"/>
            <a:ext cx="320040" cy="0"/>
          </a:xfrm>
          <a:prstGeom prst="line">
            <a:avLst/>
          </a:prstGeom>
          <a:noFill/>
          <a:ln w="12700">
            <a:solidFill>
              <a:srgbClr val="D9DCDF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3502152" y="3813048"/>
            <a:ext cx="2743200" cy="548640"/>
          </a:xfrm>
          <a:prstGeom prst="rect">
            <a:avLst/>
          </a:prstGeom>
          <a:solidFill>
            <a:srgbClr val="E7F4F8"/>
          </a:solidFill>
          <a:ln/>
        </p:spPr>
      </p:sp>
      <p:sp>
        <p:nvSpPr>
          <p:cNvPr id="25" name="Text 23"/>
          <p:cNvSpPr/>
          <p:nvPr/>
        </p:nvSpPr>
        <p:spPr>
          <a:xfrm>
            <a:off x="3639312" y="3867912"/>
            <a:ext cx="2468880" cy="438912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>
            <a:normAutofit/>
          </a:bodyPr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50505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サブイシュー2</a:t>
            </a:r>
            <a:endParaRPr lang="en-US" sz="1200" dirty="0"/>
          </a:p>
        </p:txBody>
      </p:sp>
      <p:sp>
        <p:nvSpPr>
          <p:cNvPr id="26" name="Shape 24"/>
          <p:cNvSpPr/>
          <p:nvPr/>
        </p:nvSpPr>
        <p:spPr>
          <a:xfrm>
            <a:off x="6245352" y="4087368"/>
            <a:ext cx="320040" cy="0"/>
          </a:xfrm>
          <a:prstGeom prst="line">
            <a:avLst/>
          </a:prstGeom>
          <a:noFill/>
          <a:ln w="12700">
            <a:solidFill>
              <a:srgbClr val="D9DCDF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6565392" y="3799332"/>
            <a:ext cx="0" cy="576072"/>
          </a:xfrm>
          <a:prstGeom prst="line">
            <a:avLst/>
          </a:prstGeom>
          <a:noFill/>
          <a:ln w="12700">
            <a:solidFill>
              <a:srgbClr val="D9DCDF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6565392" y="3799332"/>
            <a:ext cx="320040" cy="0"/>
          </a:xfrm>
          <a:prstGeom prst="line">
            <a:avLst/>
          </a:prstGeom>
          <a:noFill/>
          <a:ln w="12700">
            <a:solidFill>
              <a:srgbClr val="D9DCDF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6931152" y="3630168"/>
            <a:ext cx="4638751" cy="338328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>
            <a:normAutofit/>
          </a:bodyPr>
          <a:lstStyle/>
          <a:p>
            <a:pPr algn="l" indent="0" marL="0">
              <a:buNone/>
            </a:pPr>
            <a:r>
              <a:rPr lang="en-US" sz="1150" dirty="0">
                <a:solidFill>
                  <a:srgbClr val="050505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論点2-1</a:t>
            </a:r>
            <a:endParaRPr lang="en-US" sz="1150" dirty="0"/>
          </a:p>
        </p:txBody>
      </p:sp>
      <p:sp>
        <p:nvSpPr>
          <p:cNvPr id="30" name="Shape 28"/>
          <p:cNvSpPr/>
          <p:nvPr/>
        </p:nvSpPr>
        <p:spPr>
          <a:xfrm>
            <a:off x="6565392" y="4375404"/>
            <a:ext cx="320040" cy="0"/>
          </a:xfrm>
          <a:prstGeom prst="line">
            <a:avLst/>
          </a:prstGeom>
          <a:noFill/>
          <a:ln w="12700">
            <a:solidFill>
              <a:srgbClr val="D9DCDF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6931152" y="4206240"/>
            <a:ext cx="4638751" cy="338328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>
            <a:normAutofit/>
          </a:bodyPr>
          <a:lstStyle/>
          <a:p>
            <a:pPr algn="l" indent="0" marL="0">
              <a:buNone/>
            </a:pPr>
            <a:r>
              <a:rPr lang="en-US" sz="1150" dirty="0">
                <a:solidFill>
                  <a:srgbClr val="050505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論点2-2</a:t>
            </a:r>
            <a:endParaRPr lang="en-US" sz="1150" dirty="0"/>
          </a:p>
        </p:txBody>
      </p:sp>
      <p:sp>
        <p:nvSpPr>
          <p:cNvPr id="32" name="Shape 30"/>
          <p:cNvSpPr/>
          <p:nvPr/>
        </p:nvSpPr>
        <p:spPr>
          <a:xfrm>
            <a:off x="3182112" y="5471160"/>
            <a:ext cx="320040" cy="0"/>
          </a:xfrm>
          <a:prstGeom prst="line">
            <a:avLst/>
          </a:prstGeom>
          <a:noFill/>
          <a:ln w="12700">
            <a:solidFill>
              <a:srgbClr val="D9DCDF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3502152" y="5196840"/>
            <a:ext cx="2743200" cy="548640"/>
          </a:xfrm>
          <a:prstGeom prst="rect">
            <a:avLst/>
          </a:prstGeom>
          <a:solidFill>
            <a:srgbClr val="E7F4F8"/>
          </a:solidFill>
          <a:ln/>
        </p:spPr>
      </p:sp>
      <p:sp>
        <p:nvSpPr>
          <p:cNvPr id="34" name="Text 32"/>
          <p:cNvSpPr/>
          <p:nvPr/>
        </p:nvSpPr>
        <p:spPr>
          <a:xfrm>
            <a:off x="3639312" y="5251704"/>
            <a:ext cx="2468880" cy="438912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>
            <a:normAutofit/>
          </a:bodyPr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50505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サブイシュー3</a:t>
            </a:r>
            <a:endParaRPr lang="en-US" sz="1200" dirty="0"/>
          </a:p>
        </p:txBody>
      </p:sp>
      <p:sp>
        <p:nvSpPr>
          <p:cNvPr id="35" name="Shape 33"/>
          <p:cNvSpPr/>
          <p:nvPr/>
        </p:nvSpPr>
        <p:spPr>
          <a:xfrm>
            <a:off x="6245352" y="5471160"/>
            <a:ext cx="320040" cy="0"/>
          </a:xfrm>
          <a:prstGeom prst="line">
            <a:avLst/>
          </a:prstGeom>
          <a:noFill/>
          <a:ln w="12700">
            <a:solidFill>
              <a:srgbClr val="D9DCDF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6565392" y="5183124"/>
            <a:ext cx="0" cy="576072"/>
          </a:xfrm>
          <a:prstGeom prst="line">
            <a:avLst/>
          </a:prstGeom>
          <a:noFill/>
          <a:ln w="12700">
            <a:solidFill>
              <a:srgbClr val="D9DCDF"/>
            </a:solidFill>
            <a:prstDash val="solid"/>
          </a:ln>
        </p:spPr>
      </p:sp>
      <p:sp>
        <p:nvSpPr>
          <p:cNvPr id="37" name="Shape 35"/>
          <p:cNvSpPr/>
          <p:nvPr/>
        </p:nvSpPr>
        <p:spPr>
          <a:xfrm>
            <a:off x="6565392" y="5183124"/>
            <a:ext cx="320040" cy="0"/>
          </a:xfrm>
          <a:prstGeom prst="line">
            <a:avLst/>
          </a:prstGeom>
          <a:noFill/>
          <a:ln w="12700">
            <a:solidFill>
              <a:srgbClr val="D9DCDF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6931152" y="5013960"/>
            <a:ext cx="4638751" cy="338328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>
            <a:normAutofit/>
          </a:bodyPr>
          <a:lstStyle/>
          <a:p>
            <a:pPr algn="l" indent="0" marL="0">
              <a:buNone/>
            </a:pPr>
            <a:r>
              <a:rPr lang="en-US" sz="1150" dirty="0">
                <a:solidFill>
                  <a:srgbClr val="050505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論点3-1</a:t>
            </a:r>
            <a:endParaRPr lang="en-US" sz="1150" dirty="0"/>
          </a:p>
        </p:txBody>
      </p:sp>
      <p:sp>
        <p:nvSpPr>
          <p:cNvPr id="39" name="Shape 37"/>
          <p:cNvSpPr/>
          <p:nvPr/>
        </p:nvSpPr>
        <p:spPr>
          <a:xfrm>
            <a:off x="6565392" y="5759196"/>
            <a:ext cx="320040" cy="0"/>
          </a:xfrm>
          <a:prstGeom prst="line">
            <a:avLst/>
          </a:prstGeom>
          <a:noFill/>
          <a:ln w="12700">
            <a:solidFill>
              <a:srgbClr val="D9DCDF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6931152" y="5590032"/>
            <a:ext cx="4638751" cy="338328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>
            <a:normAutofit/>
          </a:bodyPr>
          <a:lstStyle/>
          <a:p>
            <a:pPr algn="l" indent="0" marL="0">
              <a:buNone/>
            </a:pPr>
            <a:r>
              <a:rPr lang="en-US" sz="1150" dirty="0">
                <a:solidFill>
                  <a:srgbClr val="050505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論点3-2</a:t>
            </a:r>
            <a:endParaRPr lang="en-US" sz="1150" dirty="0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76072" y="320040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b">
            <a:normAutofit/>
          </a:bodyPr>
          <a:lstStyle/>
          <a:p>
            <a:pPr indent="0" marL="0">
              <a:buNone/>
            </a:pPr>
            <a:r>
              <a:rPr lang="en-US" sz="1400" dirty="0">
                <a:solidFill>
                  <a:srgbClr val="050505"/>
                </a:solidFill>
                <a:latin typeface="Yu Mincho Demibold" pitchFamily="34" charset="0"/>
                <a:ea typeface="Yu Mincho Demibold" pitchFamily="34" charset="-122"/>
                <a:cs typeface="Yu Mincho Demibold" pitchFamily="34" charset="-120"/>
              </a:rPr>
              <a:t>スライド型カタログ</a:t>
            </a:r>
            <a:endParaRPr lang="en-US" sz="1400" dirty="0"/>
          </a:p>
        </p:txBody>
      </p:sp>
      <p:sp>
        <p:nvSpPr>
          <p:cNvPr id="3" name="Text 1"/>
          <p:cNvSpPr/>
          <p:nvPr/>
        </p:nvSpPr>
        <p:spPr>
          <a:xfrm>
            <a:off x="7043623" y="411480"/>
            <a:ext cx="4572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800" dirty="0">
                <a:solidFill>
                  <a:srgbClr val="666B70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26  CURRENT_TARGET_STATE</a:t>
            </a:r>
            <a:endParaRPr lang="en-US" sz="800" dirty="0"/>
          </a:p>
        </p:txBody>
      </p:sp>
      <p:sp>
        <p:nvSpPr>
          <p:cNvPr id="4" name="Shape 2"/>
          <p:cNvSpPr/>
          <p:nvPr/>
        </p:nvSpPr>
        <p:spPr>
          <a:xfrm>
            <a:off x="576072" y="784555"/>
            <a:ext cx="11039551" cy="0"/>
          </a:xfrm>
          <a:prstGeom prst="line">
            <a:avLst/>
          </a:prstGeom>
          <a:noFill/>
          <a:ln w="13970">
            <a:solidFill>
              <a:srgbClr val="050505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576072" y="914400"/>
            <a:ext cx="11039551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2200" dirty="0">
                <a:solidFill>
                  <a:srgbClr val="050505"/>
                </a:solidFill>
                <a:latin typeface="Yu Mincho Demibold" pitchFamily="34" charset="0"/>
                <a:ea typeface="Yu Mincho Demibold" pitchFamily="34" charset="-122"/>
                <a:cs typeface="Yu Mincho Demibold" pitchFamily="34" charset="-120"/>
              </a:rPr>
              <a:t>現状と目指す姿</a:t>
            </a:r>
            <a:endParaRPr lang="en-US" sz="2200" dirty="0"/>
          </a:p>
        </p:txBody>
      </p:sp>
      <p:sp>
        <p:nvSpPr>
          <p:cNvPr id="6" name="Text 4"/>
          <p:cNvSpPr/>
          <p:nvPr/>
        </p:nvSpPr>
        <p:spPr>
          <a:xfrm>
            <a:off x="576072" y="6245352"/>
            <a:ext cx="89611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750" dirty="0">
                <a:solidFill>
                  <a:srgbClr val="666B70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出典：Source 1</a:t>
            </a:r>
            <a:endParaRPr lang="en-US" sz="750" dirty="0"/>
          </a:p>
        </p:txBody>
      </p:sp>
      <p:sp>
        <p:nvSpPr>
          <p:cNvPr id="7" name="Shape 5"/>
          <p:cNvSpPr/>
          <p:nvPr/>
        </p:nvSpPr>
        <p:spPr>
          <a:xfrm>
            <a:off x="576072" y="6483096"/>
            <a:ext cx="11039551" cy="0"/>
          </a:xfrm>
          <a:prstGeom prst="line">
            <a:avLst/>
          </a:prstGeom>
          <a:noFill/>
          <a:ln w="8890">
            <a:solidFill>
              <a:srgbClr val="D9DCDF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576072" y="6565392"/>
            <a:ext cx="54864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850" b="1" dirty="0">
                <a:solidFill>
                  <a:srgbClr val="050505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スライド型カタログ</a:t>
            </a:r>
            <a:endParaRPr lang="en-US" sz="850" dirty="0"/>
          </a:p>
        </p:txBody>
      </p:sp>
      <p:sp>
        <p:nvSpPr>
          <p:cNvPr id="9" name="Text 7"/>
          <p:cNvSpPr/>
          <p:nvPr/>
        </p:nvSpPr>
        <p:spPr>
          <a:xfrm>
            <a:off x="11249863" y="6565392"/>
            <a:ext cx="3657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666B70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27</a:t>
            </a:r>
            <a:endParaRPr lang="en-US" sz="750" dirty="0"/>
          </a:p>
        </p:txBody>
      </p:sp>
      <p:sp>
        <p:nvSpPr>
          <p:cNvPr id="10" name="Text 8"/>
          <p:cNvSpPr/>
          <p:nvPr/>
        </p:nvSpPr>
        <p:spPr>
          <a:xfrm>
            <a:off x="850392" y="2391156"/>
            <a:ext cx="4559656" cy="292608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t">
            <a:normAutofit/>
          </a:bodyPr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050505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ラベル1</a:t>
            </a:r>
            <a:endParaRPr lang="en-US" sz="1400" dirty="0"/>
          </a:p>
        </p:txBody>
      </p:sp>
      <p:sp>
        <p:nvSpPr>
          <p:cNvPr id="11" name="Shape 9"/>
          <p:cNvSpPr/>
          <p:nvPr/>
        </p:nvSpPr>
        <p:spPr>
          <a:xfrm>
            <a:off x="850392" y="2738628"/>
            <a:ext cx="4559656" cy="0"/>
          </a:xfrm>
          <a:prstGeom prst="line">
            <a:avLst/>
          </a:prstGeom>
          <a:noFill/>
          <a:ln w="20320">
            <a:solidFill>
              <a:srgbClr val="050505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850392" y="2884932"/>
            <a:ext cx="4559656" cy="365760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t">
            <a:normAutofit/>
          </a:bodyPr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050505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Text 1</a:t>
            </a:r>
            <a:endParaRPr lang="en-US" sz="1500" dirty="0"/>
          </a:p>
        </p:txBody>
      </p:sp>
      <p:sp>
        <p:nvSpPr>
          <p:cNvPr id="13" name="Text 11"/>
          <p:cNvSpPr/>
          <p:nvPr/>
        </p:nvSpPr>
        <p:spPr>
          <a:xfrm>
            <a:off x="850392" y="3415284"/>
            <a:ext cx="4559656" cy="1920240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t">
            <a:normAutofit/>
          </a:bodyPr>
          <a:lstStyle/>
          <a:p>
            <a:pPr algn="l" marL="152400" indent="-152400">
              <a:buSzPct val="100000"/>
              <a:buChar char="•"/>
            </a:pPr>
            <a:r>
              <a:rPr lang="en-US" sz="1200" dirty="0">
                <a:solidFill>
                  <a:srgbClr val="050505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Text 2</a:t>
            </a:r>
            <a:endParaRPr lang="en-US" sz="1200" dirty="0"/>
          </a:p>
          <a:p>
            <a:pPr algn="l" marL="152400" indent="-152400">
              <a:buSzPct val="100000"/>
              <a:buChar char="•"/>
            </a:pPr>
            <a:r>
              <a:rPr lang="en-US" sz="1200" dirty="0">
                <a:solidFill>
                  <a:srgbClr val="050505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Text 3</a:t>
            </a:r>
            <a:endParaRPr lang="en-US" sz="1200" dirty="0"/>
          </a:p>
          <a:p>
            <a:pPr algn="l" marL="152400" indent="-152400">
              <a:buSzPct val="100000"/>
              <a:buChar char="•"/>
            </a:pPr>
            <a:r>
              <a:rPr lang="en-US" sz="1200" dirty="0">
                <a:solidFill>
                  <a:srgbClr val="050505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Text 4</a:t>
            </a:r>
            <a:endParaRPr lang="en-US" sz="1200" dirty="0"/>
          </a:p>
        </p:txBody>
      </p:sp>
      <p:sp>
        <p:nvSpPr>
          <p:cNvPr id="14" name="Text 12"/>
          <p:cNvSpPr/>
          <p:nvPr/>
        </p:nvSpPr>
        <p:spPr>
          <a:xfrm>
            <a:off x="6781648" y="2391156"/>
            <a:ext cx="4559656" cy="292608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t">
            <a:normAutofit/>
          </a:bodyPr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1E5F8C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ラベル2</a:t>
            </a:r>
            <a:endParaRPr lang="en-US" sz="1400" dirty="0"/>
          </a:p>
        </p:txBody>
      </p:sp>
      <p:sp>
        <p:nvSpPr>
          <p:cNvPr id="15" name="Shape 13"/>
          <p:cNvSpPr/>
          <p:nvPr/>
        </p:nvSpPr>
        <p:spPr>
          <a:xfrm>
            <a:off x="6781648" y="2738628"/>
            <a:ext cx="4559656" cy="0"/>
          </a:xfrm>
          <a:prstGeom prst="line">
            <a:avLst/>
          </a:prstGeom>
          <a:noFill/>
          <a:ln w="20320">
            <a:solidFill>
              <a:srgbClr val="1E5F8C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6781648" y="2884932"/>
            <a:ext cx="4559656" cy="365760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t">
            <a:normAutofit/>
          </a:bodyPr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050505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Text 5</a:t>
            </a:r>
            <a:endParaRPr lang="en-US" sz="1500" dirty="0"/>
          </a:p>
        </p:txBody>
      </p:sp>
      <p:sp>
        <p:nvSpPr>
          <p:cNvPr id="17" name="Text 15"/>
          <p:cNvSpPr/>
          <p:nvPr/>
        </p:nvSpPr>
        <p:spPr>
          <a:xfrm>
            <a:off x="6781648" y="3415284"/>
            <a:ext cx="4559656" cy="1920240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t">
            <a:normAutofit/>
          </a:bodyPr>
          <a:lstStyle/>
          <a:p>
            <a:pPr algn="l" marL="152400" indent="-152400">
              <a:buSzPct val="100000"/>
              <a:buChar char="•"/>
            </a:pPr>
            <a:r>
              <a:rPr lang="en-US" sz="1200" dirty="0">
                <a:solidFill>
                  <a:srgbClr val="050505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Text 6</a:t>
            </a:r>
            <a:endParaRPr lang="en-US" sz="1200" dirty="0"/>
          </a:p>
          <a:p>
            <a:pPr algn="l" marL="152400" indent="-152400">
              <a:buSzPct val="100000"/>
              <a:buChar char="•"/>
            </a:pPr>
            <a:r>
              <a:rPr lang="en-US" sz="1200" dirty="0">
                <a:solidFill>
                  <a:srgbClr val="050505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Text 7</a:t>
            </a:r>
            <a:endParaRPr lang="en-US" sz="1200" dirty="0"/>
          </a:p>
          <a:p>
            <a:pPr algn="l" marL="152400" indent="-152400">
              <a:buSzPct val="100000"/>
              <a:buChar char="•"/>
            </a:pPr>
            <a:r>
              <a:rPr lang="en-US" sz="1200" dirty="0">
                <a:solidFill>
                  <a:srgbClr val="050505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Text 8</a:t>
            </a:r>
            <a:endParaRPr lang="en-US" sz="1200" dirty="0"/>
          </a:p>
        </p:txBody>
      </p:sp>
      <p:sp>
        <p:nvSpPr>
          <p:cNvPr id="18" name="Shape 16"/>
          <p:cNvSpPr/>
          <p:nvPr/>
        </p:nvSpPr>
        <p:spPr>
          <a:xfrm>
            <a:off x="5839816" y="3525012"/>
            <a:ext cx="512064" cy="512064"/>
          </a:xfrm>
          <a:prstGeom prst="ellipse">
            <a:avLst/>
          </a:prstGeom>
          <a:solidFill>
            <a:srgbClr val="071B2C"/>
          </a:solidFill>
          <a:ln/>
        </p:spPr>
      </p:sp>
      <p:sp>
        <p:nvSpPr>
          <p:cNvPr id="19" name="Shape 17"/>
          <p:cNvSpPr/>
          <p:nvPr/>
        </p:nvSpPr>
        <p:spPr>
          <a:xfrm rot="5400000">
            <a:off x="6013552" y="3698748"/>
            <a:ext cx="173736" cy="164592"/>
          </a:xfrm>
          <a:prstGeom prst="triangle">
            <a:avLst/>
          </a:prstGeom>
          <a:solidFill>
            <a:srgbClr val="FFFFFF"/>
          </a:solidFill>
          <a:ln/>
        </p:spPr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76072" y="320040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b">
            <a:normAutofit/>
          </a:bodyPr>
          <a:lstStyle/>
          <a:p>
            <a:pPr indent="0" marL="0">
              <a:buNone/>
            </a:pPr>
            <a:r>
              <a:rPr lang="en-US" sz="1400" dirty="0">
                <a:solidFill>
                  <a:srgbClr val="050505"/>
                </a:solidFill>
                <a:latin typeface="Yu Mincho Demibold" pitchFamily="34" charset="0"/>
                <a:ea typeface="Yu Mincho Demibold" pitchFamily="34" charset="-122"/>
                <a:cs typeface="Yu Mincho Demibold" pitchFamily="34" charset="-120"/>
              </a:rPr>
              <a:t>スライド型カタログ</a:t>
            </a:r>
            <a:endParaRPr lang="en-US" sz="1400" dirty="0"/>
          </a:p>
        </p:txBody>
      </p:sp>
      <p:sp>
        <p:nvSpPr>
          <p:cNvPr id="3" name="Text 1"/>
          <p:cNvSpPr/>
          <p:nvPr/>
        </p:nvSpPr>
        <p:spPr>
          <a:xfrm>
            <a:off x="7043623" y="411480"/>
            <a:ext cx="4572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800" dirty="0">
                <a:solidFill>
                  <a:srgbClr val="666B70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27  CALC_FLOW</a:t>
            </a:r>
            <a:endParaRPr lang="en-US" sz="800" dirty="0"/>
          </a:p>
        </p:txBody>
      </p:sp>
      <p:sp>
        <p:nvSpPr>
          <p:cNvPr id="4" name="Shape 2"/>
          <p:cNvSpPr/>
          <p:nvPr/>
        </p:nvSpPr>
        <p:spPr>
          <a:xfrm>
            <a:off x="576072" y="784555"/>
            <a:ext cx="11039551" cy="0"/>
          </a:xfrm>
          <a:prstGeom prst="line">
            <a:avLst/>
          </a:prstGeom>
          <a:noFill/>
          <a:ln w="13970">
            <a:solidFill>
              <a:srgbClr val="050505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576072" y="914400"/>
            <a:ext cx="11039551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2200" dirty="0">
                <a:solidFill>
                  <a:srgbClr val="050505"/>
                </a:solidFill>
                <a:latin typeface="Yu Mincho Demibold" pitchFamily="34" charset="0"/>
                <a:ea typeface="Yu Mincho Demibold" pitchFamily="34" charset="-122"/>
                <a:cs typeface="Yu Mincho Demibold" pitchFamily="34" charset="-120"/>
              </a:rPr>
              <a:t>計算ロジックの流れ</a:t>
            </a:r>
            <a:endParaRPr lang="en-US" sz="2200" dirty="0"/>
          </a:p>
        </p:txBody>
      </p:sp>
      <p:sp>
        <p:nvSpPr>
          <p:cNvPr id="6" name="Text 4"/>
          <p:cNvSpPr/>
          <p:nvPr/>
        </p:nvSpPr>
        <p:spPr>
          <a:xfrm>
            <a:off x="576072" y="6245352"/>
            <a:ext cx="89611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750" dirty="0">
                <a:solidFill>
                  <a:srgbClr val="666B70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出典：Source 1</a:t>
            </a:r>
            <a:endParaRPr lang="en-US" sz="750" dirty="0"/>
          </a:p>
        </p:txBody>
      </p:sp>
      <p:sp>
        <p:nvSpPr>
          <p:cNvPr id="7" name="Shape 5"/>
          <p:cNvSpPr/>
          <p:nvPr/>
        </p:nvSpPr>
        <p:spPr>
          <a:xfrm>
            <a:off x="576072" y="6483096"/>
            <a:ext cx="11039551" cy="0"/>
          </a:xfrm>
          <a:prstGeom prst="line">
            <a:avLst/>
          </a:prstGeom>
          <a:noFill/>
          <a:ln w="8890">
            <a:solidFill>
              <a:srgbClr val="D9DCDF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576072" y="6565392"/>
            <a:ext cx="54864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850" b="1" dirty="0">
                <a:solidFill>
                  <a:srgbClr val="050505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スライド型カタログ</a:t>
            </a:r>
            <a:endParaRPr lang="en-US" sz="850" dirty="0"/>
          </a:p>
        </p:txBody>
      </p:sp>
      <p:sp>
        <p:nvSpPr>
          <p:cNvPr id="9" name="Text 7"/>
          <p:cNvSpPr/>
          <p:nvPr/>
        </p:nvSpPr>
        <p:spPr>
          <a:xfrm>
            <a:off x="11249863" y="6565392"/>
            <a:ext cx="3657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666B70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28</a:t>
            </a:r>
            <a:endParaRPr lang="en-US" sz="750" dirty="0"/>
          </a:p>
        </p:txBody>
      </p:sp>
      <p:sp>
        <p:nvSpPr>
          <p:cNvPr id="10" name="Text 8"/>
          <p:cNvSpPr/>
          <p:nvPr/>
        </p:nvSpPr>
        <p:spPr>
          <a:xfrm>
            <a:off x="576072" y="1874520"/>
            <a:ext cx="11039551" cy="274320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t">
            <a:normAutofit/>
          </a:bodyPr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050505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指標名、単位</a:t>
            </a:r>
            <a:endParaRPr lang="en-US" sz="1400" dirty="0"/>
          </a:p>
        </p:txBody>
      </p:sp>
      <p:sp>
        <p:nvSpPr>
          <p:cNvPr id="11" name="Text 9"/>
          <p:cNvSpPr/>
          <p:nvPr/>
        </p:nvSpPr>
        <p:spPr>
          <a:xfrm>
            <a:off x="576072" y="2286000"/>
            <a:ext cx="3192170" cy="274320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t">
            <a:normAutofit/>
          </a:bodyPr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50505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ラベル3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576072" y="2596896"/>
            <a:ext cx="3192170" cy="0"/>
          </a:xfrm>
          <a:prstGeom prst="line">
            <a:avLst/>
          </a:prstGeom>
          <a:noFill/>
          <a:ln w="6350">
            <a:solidFill>
              <a:srgbClr val="D9DCDF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833780" y="4907280"/>
            <a:ext cx="548640" cy="432816"/>
          </a:xfrm>
          <a:prstGeom prst="rect">
            <a:avLst/>
          </a:prstGeom>
          <a:solidFill>
            <a:srgbClr val="071B2C"/>
          </a:solidFill>
          <a:ln/>
        </p:spPr>
      </p:sp>
      <p:sp>
        <p:nvSpPr>
          <p:cNvPr id="14" name="Text 12"/>
          <p:cNvSpPr/>
          <p:nvPr/>
        </p:nvSpPr>
        <p:spPr>
          <a:xfrm>
            <a:off x="833780" y="4907280"/>
            <a:ext cx="548640" cy="432816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>
            <a:normAutofit/>
          </a:bodyPr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1</a:t>
            </a:r>
            <a:endParaRPr lang="en-US" sz="900" dirty="0"/>
          </a:p>
        </p:txBody>
      </p:sp>
      <p:sp>
        <p:nvSpPr>
          <p:cNvPr id="15" name="Text 13"/>
          <p:cNvSpPr/>
          <p:nvPr/>
        </p:nvSpPr>
        <p:spPr>
          <a:xfrm>
            <a:off x="576072" y="5385816"/>
            <a:ext cx="1064057" cy="201168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t">
            <a:normAutofit/>
          </a:bodyPr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50505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ラベル4</a:t>
            </a:r>
            <a:endParaRPr lang="en-US" sz="1000" dirty="0"/>
          </a:p>
        </p:txBody>
      </p:sp>
      <p:sp>
        <p:nvSpPr>
          <p:cNvPr id="16" name="Shape 14"/>
          <p:cNvSpPr/>
          <p:nvPr/>
        </p:nvSpPr>
        <p:spPr>
          <a:xfrm>
            <a:off x="1897837" y="4041648"/>
            <a:ext cx="548640" cy="1298448"/>
          </a:xfrm>
          <a:prstGeom prst="rect">
            <a:avLst/>
          </a:prstGeom>
          <a:solidFill>
            <a:srgbClr val="071B2C"/>
          </a:solidFill>
          <a:ln/>
        </p:spPr>
      </p:sp>
      <p:sp>
        <p:nvSpPr>
          <p:cNvPr id="17" name="Text 15"/>
          <p:cNvSpPr/>
          <p:nvPr/>
        </p:nvSpPr>
        <p:spPr>
          <a:xfrm>
            <a:off x="1897837" y="4041648"/>
            <a:ext cx="548640" cy="1298448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>
            <a:normAutofit/>
          </a:bodyPr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3</a:t>
            </a:r>
            <a:endParaRPr lang="en-US" sz="900" dirty="0"/>
          </a:p>
        </p:txBody>
      </p:sp>
      <p:sp>
        <p:nvSpPr>
          <p:cNvPr id="18" name="Text 16"/>
          <p:cNvSpPr/>
          <p:nvPr/>
        </p:nvSpPr>
        <p:spPr>
          <a:xfrm>
            <a:off x="1640129" y="5385816"/>
            <a:ext cx="1064057" cy="201168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t">
            <a:normAutofit/>
          </a:bodyPr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50505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ラベル5</a:t>
            </a:r>
            <a:endParaRPr lang="en-US" sz="1000" dirty="0"/>
          </a:p>
        </p:txBody>
      </p:sp>
      <p:sp>
        <p:nvSpPr>
          <p:cNvPr id="19" name="Shape 17"/>
          <p:cNvSpPr/>
          <p:nvPr/>
        </p:nvSpPr>
        <p:spPr>
          <a:xfrm>
            <a:off x="2961894" y="2743200"/>
            <a:ext cx="548640" cy="2596896"/>
          </a:xfrm>
          <a:prstGeom prst="rect">
            <a:avLst/>
          </a:prstGeom>
          <a:solidFill>
            <a:srgbClr val="071B2C"/>
          </a:solidFill>
          <a:ln/>
        </p:spPr>
      </p:sp>
      <p:sp>
        <p:nvSpPr>
          <p:cNvPr id="20" name="Text 18"/>
          <p:cNvSpPr/>
          <p:nvPr/>
        </p:nvSpPr>
        <p:spPr>
          <a:xfrm>
            <a:off x="2961894" y="2743200"/>
            <a:ext cx="548640" cy="2596896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>
            <a:normAutofit/>
          </a:bodyPr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6</a:t>
            </a:r>
            <a:endParaRPr lang="en-US" sz="900" dirty="0"/>
          </a:p>
        </p:txBody>
      </p:sp>
      <p:sp>
        <p:nvSpPr>
          <p:cNvPr id="21" name="Text 19"/>
          <p:cNvSpPr/>
          <p:nvPr/>
        </p:nvSpPr>
        <p:spPr>
          <a:xfrm>
            <a:off x="2704186" y="5385816"/>
            <a:ext cx="1064057" cy="201168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t">
            <a:normAutofit/>
          </a:bodyPr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50505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ラベル6</a:t>
            </a:r>
            <a:endParaRPr lang="en-US" sz="1000" dirty="0"/>
          </a:p>
        </p:txBody>
      </p:sp>
      <p:sp>
        <p:nvSpPr>
          <p:cNvPr id="22" name="Text 20"/>
          <p:cNvSpPr/>
          <p:nvPr/>
        </p:nvSpPr>
        <p:spPr>
          <a:xfrm>
            <a:off x="3951122" y="2286000"/>
            <a:ext cx="365760" cy="3328416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>
            <a:normAutofit/>
          </a:bodyPr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071B2C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×</a:t>
            </a:r>
            <a:endParaRPr lang="en-US" sz="3000" dirty="0"/>
          </a:p>
        </p:txBody>
      </p:sp>
      <p:sp>
        <p:nvSpPr>
          <p:cNvPr id="23" name="Text 21"/>
          <p:cNvSpPr/>
          <p:nvPr/>
        </p:nvSpPr>
        <p:spPr>
          <a:xfrm>
            <a:off x="4499762" y="2286000"/>
            <a:ext cx="3192170" cy="274320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t">
            <a:normAutofit/>
          </a:bodyPr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50505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ラベル7</a:t>
            </a:r>
            <a:endParaRPr lang="en-US" sz="1200" dirty="0"/>
          </a:p>
        </p:txBody>
      </p:sp>
      <p:sp>
        <p:nvSpPr>
          <p:cNvPr id="24" name="Shape 22"/>
          <p:cNvSpPr/>
          <p:nvPr/>
        </p:nvSpPr>
        <p:spPr>
          <a:xfrm>
            <a:off x="4499762" y="2596896"/>
            <a:ext cx="3192170" cy="0"/>
          </a:xfrm>
          <a:prstGeom prst="line">
            <a:avLst/>
          </a:prstGeom>
          <a:noFill/>
          <a:ln w="6350">
            <a:solidFill>
              <a:srgbClr val="D9DCDF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4757471" y="2743200"/>
            <a:ext cx="548640" cy="2596896"/>
          </a:xfrm>
          <a:prstGeom prst="rect">
            <a:avLst/>
          </a:prstGeom>
          <a:solidFill>
            <a:srgbClr val="071B2C"/>
          </a:solidFill>
          <a:ln/>
        </p:spPr>
      </p:sp>
      <p:sp>
        <p:nvSpPr>
          <p:cNvPr id="26" name="Text 24"/>
          <p:cNvSpPr/>
          <p:nvPr/>
        </p:nvSpPr>
        <p:spPr>
          <a:xfrm>
            <a:off x="4757471" y="2743200"/>
            <a:ext cx="548640" cy="2596896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>
            <a:normAutofit/>
          </a:bodyPr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2</a:t>
            </a:r>
            <a:endParaRPr lang="en-US" sz="900" dirty="0"/>
          </a:p>
        </p:txBody>
      </p:sp>
      <p:sp>
        <p:nvSpPr>
          <p:cNvPr id="27" name="Text 25"/>
          <p:cNvSpPr/>
          <p:nvPr/>
        </p:nvSpPr>
        <p:spPr>
          <a:xfrm>
            <a:off x="4499762" y="5385816"/>
            <a:ext cx="1064057" cy="201168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t">
            <a:normAutofit/>
          </a:bodyPr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50505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ラベル8</a:t>
            </a:r>
            <a:endParaRPr lang="en-US" sz="1000" dirty="0"/>
          </a:p>
        </p:txBody>
      </p:sp>
      <p:sp>
        <p:nvSpPr>
          <p:cNvPr id="28" name="Shape 26"/>
          <p:cNvSpPr/>
          <p:nvPr/>
        </p:nvSpPr>
        <p:spPr>
          <a:xfrm>
            <a:off x="5821528" y="2743200"/>
            <a:ext cx="548640" cy="2596896"/>
          </a:xfrm>
          <a:prstGeom prst="rect">
            <a:avLst/>
          </a:prstGeom>
          <a:solidFill>
            <a:srgbClr val="071B2C"/>
          </a:solidFill>
          <a:ln/>
        </p:spPr>
      </p:sp>
      <p:sp>
        <p:nvSpPr>
          <p:cNvPr id="29" name="Text 27"/>
          <p:cNvSpPr/>
          <p:nvPr/>
        </p:nvSpPr>
        <p:spPr>
          <a:xfrm>
            <a:off x="5821528" y="2743200"/>
            <a:ext cx="548640" cy="2596896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>
            <a:normAutofit/>
          </a:bodyPr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2</a:t>
            </a:r>
            <a:endParaRPr lang="en-US" sz="900" dirty="0"/>
          </a:p>
        </p:txBody>
      </p:sp>
      <p:sp>
        <p:nvSpPr>
          <p:cNvPr id="30" name="Text 28"/>
          <p:cNvSpPr/>
          <p:nvPr/>
        </p:nvSpPr>
        <p:spPr>
          <a:xfrm>
            <a:off x="5563819" y="5385816"/>
            <a:ext cx="1064057" cy="201168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t">
            <a:normAutofit/>
          </a:bodyPr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50505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ラベル9</a:t>
            </a:r>
            <a:endParaRPr lang="en-US" sz="1000" dirty="0"/>
          </a:p>
        </p:txBody>
      </p:sp>
      <p:sp>
        <p:nvSpPr>
          <p:cNvPr id="31" name="Shape 29"/>
          <p:cNvSpPr/>
          <p:nvPr/>
        </p:nvSpPr>
        <p:spPr>
          <a:xfrm>
            <a:off x="6885584" y="2743200"/>
            <a:ext cx="548640" cy="2596896"/>
          </a:xfrm>
          <a:prstGeom prst="rect">
            <a:avLst/>
          </a:prstGeom>
          <a:solidFill>
            <a:srgbClr val="071B2C"/>
          </a:solidFill>
          <a:ln/>
        </p:spPr>
      </p:sp>
      <p:sp>
        <p:nvSpPr>
          <p:cNvPr id="32" name="Text 30"/>
          <p:cNvSpPr/>
          <p:nvPr/>
        </p:nvSpPr>
        <p:spPr>
          <a:xfrm>
            <a:off x="6885584" y="2743200"/>
            <a:ext cx="548640" cy="2596896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>
            <a:normAutofit/>
          </a:bodyPr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2</a:t>
            </a:r>
            <a:endParaRPr lang="en-US" sz="900" dirty="0"/>
          </a:p>
        </p:txBody>
      </p:sp>
      <p:sp>
        <p:nvSpPr>
          <p:cNvPr id="33" name="Text 31"/>
          <p:cNvSpPr/>
          <p:nvPr/>
        </p:nvSpPr>
        <p:spPr>
          <a:xfrm>
            <a:off x="6627876" y="5385816"/>
            <a:ext cx="1064057" cy="201168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t">
            <a:normAutofit/>
          </a:bodyPr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50505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ラベル10</a:t>
            </a:r>
            <a:endParaRPr lang="en-US" sz="1000" dirty="0"/>
          </a:p>
        </p:txBody>
      </p:sp>
      <p:sp>
        <p:nvSpPr>
          <p:cNvPr id="34" name="Text 32"/>
          <p:cNvSpPr/>
          <p:nvPr/>
        </p:nvSpPr>
        <p:spPr>
          <a:xfrm>
            <a:off x="7874813" y="2286000"/>
            <a:ext cx="365760" cy="3328416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>
            <a:normAutofit/>
          </a:bodyPr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071B2C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=</a:t>
            </a:r>
            <a:endParaRPr lang="en-US" sz="3000" dirty="0"/>
          </a:p>
        </p:txBody>
      </p:sp>
      <p:sp>
        <p:nvSpPr>
          <p:cNvPr id="35" name="Text 33"/>
          <p:cNvSpPr/>
          <p:nvPr/>
        </p:nvSpPr>
        <p:spPr>
          <a:xfrm>
            <a:off x="8423453" y="2286000"/>
            <a:ext cx="3192170" cy="274320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t">
            <a:normAutofit/>
          </a:bodyPr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50505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ラベル11</a:t>
            </a:r>
            <a:endParaRPr lang="en-US" sz="1200" dirty="0"/>
          </a:p>
        </p:txBody>
      </p:sp>
      <p:sp>
        <p:nvSpPr>
          <p:cNvPr id="36" name="Shape 34"/>
          <p:cNvSpPr/>
          <p:nvPr/>
        </p:nvSpPr>
        <p:spPr>
          <a:xfrm>
            <a:off x="8423453" y="2596896"/>
            <a:ext cx="3192170" cy="0"/>
          </a:xfrm>
          <a:prstGeom prst="line">
            <a:avLst/>
          </a:prstGeom>
          <a:noFill/>
          <a:ln w="6350">
            <a:solidFill>
              <a:srgbClr val="D9DCDF"/>
            </a:solidFill>
            <a:prstDash val="solid"/>
          </a:ln>
        </p:spPr>
      </p:sp>
      <p:sp>
        <p:nvSpPr>
          <p:cNvPr id="37" name="Shape 35"/>
          <p:cNvSpPr/>
          <p:nvPr/>
        </p:nvSpPr>
        <p:spPr>
          <a:xfrm>
            <a:off x="8681161" y="4930060"/>
            <a:ext cx="548640" cy="410036"/>
          </a:xfrm>
          <a:prstGeom prst="rect">
            <a:avLst/>
          </a:prstGeom>
          <a:solidFill>
            <a:srgbClr val="071B2C"/>
          </a:solidFill>
          <a:ln/>
        </p:spPr>
      </p:sp>
      <p:sp>
        <p:nvSpPr>
          <p:cNvPr id="38" name="Text 36"/>
          <p:cNvSpPr/>
          <p:nvPr/>
        </p:nvSpPr>
        <p:spPr>
          <a:xfrm>
            <a:off x="8681161" y="4930060"/>
            <a:ext cx="548640" cy="410036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>
            <a:normAutofit/>
          </a:bodyPr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1.5</a:t>
            </a:r>
            <a:endParaRPr lang="en-US" sz="900" dirty="0"/>
          </a:p>
        </p:txBody>
      </p:sp>
      <p:sp>
        <p:nvSpPr>
          <p:cNvPr id="39" name="Shape 37"/>
          <p:cNvSpPr/>
          <p:nvPr/>
        </p:nvSpPr>
        <p:spPr>
          <a:xfrm>
            <a:off x="8681161" y="4793381"/>
            <a:ext cx="548640" cy="136679"/>
          </a:xfrm>
          <a:prstGeom prst="rect">
            <a:avLst/>
          </a:prstGeom>
          <a:solidFill>
            <a:srgbClr val="1E5F8C"/>
          </a:solidFill>
          <a:ln/>
        </p:spPr>
      </p:sp>
      <p:sp>
        <p:nvSpPr>
          <p:cNvPr id="40" name="Text 38"/>
          <p:cNvSpPr/>
          <p:nvPr/>
        </p:nvSpPr>
        <p:spPr>
          <a:xfrm>
            <a:off x="8423453" y="5385816"/>
            <a:ext cx="1064057" cy="201168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t">
            <a:normAutofit/>
          </a:bodyPr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50505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ラベル12</a:t>
            </a:r>
            <a:endParaRPr lang="en-US" sz="1000" dirty="0"/>
          </a:p>
        </p:txBody>
      </p:sp>
      <p:sp>
        <p:nvSpPr>
          <p:cNvPr id="41" name="Shape 39"/>
          <p:cNvSpPr/>
          <p:nvPr/>
        </p:nvSpPr>
        <p:spPr>
          <a:xfrm>
            <a:off x="9745218" y="4301338"/>
            <a:ext cx="548640" cy="1038758"/>
          </a:xfrm>
          <a:prstGeom prst="rect">
            <a:avLst/>
          </a:prstGeom>
          <a:solidFill>
            <a:srgbClr val="071B2C"/>
          </a:solidFill>
          <a:ln/>
        </p:spPr>
      </p:sp>
      <p:sp>
        <p:nvSpPr>
          <p:cNvPr id="42" name="Text 40"/>
          <p:cNvSpPr/>
          <p:nvPr/>
        </p:nvSpPr>
        <p:spPr>
          <a:xfrm>
            <a:off x="9745218" y="4301338"/>
            <a:ext cx="548640" cy="1038758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>
            <a:normAutofit/>
          </a:bodyPr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3.8</a:t>
            </a:r>
            <a:endParaRPr lang="en-US" sz="900" dirty="0"/>
          </a:p>
        </p:txBody>
      </p:sp>
      <p:sp>
        <p:nvSpPr>
          <p:cNvPr id="43" name="Shape 41"/>
          <p:cNvSpPr/>
          <p:nvPr/>
        </p:nvSpPr>
        <p:spPr>
          <a:xfrm>
            <a:off x="9745218" y="4164659"/>
            <a:ext cx="548640" cy="136679"/>
          </a:xfrm>
          <a:prstGeom prst="rect">
            <a:avLst/>
          </a:prstGeom>
          <a:solidFill>
            <a:srgbClr val="1E5F8C"/>
          </a:solidFill>
          <a:ln/>
        </p:spPr>
      </p:sp>
      <p:sp>
        <p:nvSpPr>
          <p:cNvPr id="44" name="Text 42"/>
          <p:cNvSpPr/>
          <p:nvPr/>
        </p:nvSpPr>
        <p:spPr>
          <a:xfrm>
            <a:off x="9487510" y="5385816"/>
            <a:ext cx="1064057" cy="201168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t">
            <a:normAutofit/>
          </a:bodyPr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50505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ラベル15</a:t>
            </a:r>
            <a:endParaRPr lang="en-US" sz="1000" dirty="0"/>
          </a:p>
        </p:txBody>
      </p:sp>
      <p:sp>
        <p:nvSpPr>
          <p:cNvPr id="45" name="Shape 43"/>
          <p:cNvSpPr/>
          <p:nvPr/>
        </p:nvSpPr>
        <p:spPr>
          <a:xfrm>
            <a:off x="10809275" y="2879879"/>
            <a:ext cx="548640" cy="2460217"/>
          </a:xfrm>
          <a:prstGeom prst="rect">
            <a:avLst/>
          </a:prstGeom>
          <a:solidFill>
            <a:srgbClr val="071B2C"/>
          </a:solidFill>
          <a:ln/>
        </p:spPr>
      </p:sp>
      <p:sp>
        <p:nvSpPr>
          <p:cNvPr id="46" name="Text 44"/>
          <p:cNvSpPr/>
          <p:nvPr/>
        </p:nvSpPr>
        <p:spPr>
          <a:xfrm>
            <a:off x="10809275" y="2879879"/>
            <a:ext cx="548640" cy="2460217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>
            <a:normAutofit/>
          </a:bodyPr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9</a:t>
            </a:r>
            <a:endParaRPr lang="en-US" sz="900" dirty="0"/>
          </a:p>
        </p:txBody>
      </p:sp>
      <p:sp>
        <p:nvSpPr>
          <p:cNvPr id="47" name="Shape 45"/>
          <p:cNvSpPr/>
          <p:nvPr/>
        </p:nvSpPr>
        <p:spPr>
          <a:xfrm>
            <a:off x="10809275" y="2743200"/>
            <a:ext cx="548640" cy="136679"/>
          </a:xfrm>
          <a:prstGeom prst="rect">
            <a:avLst/>
          </a:prstGeom>
          <a:solidFill>
            <a:srgbClr val="1E5F8C"/>
          </a:solidFill>
          <a:ln/>
        </p:spPr>
      </p:sp>
      <p:sp>
        <p:nvSpPr>
          <p:cNvPr id="48" name="Text 46"/>
          <p:cNvSpPr/>
          <p:nvPr/>
        </p:nvSpPr>
        <p:spPr>
          <a:xfrm>
            <a:off x="10551566" y="5385816"/>
            <a:ext cx="1064057" cy="201168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t">
            <a:normAutofit/>
          </a:bodyPr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50505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ラベル18</a:t>
            </a:r>
            <a:endParaRPr lang="en-US" sz="1000" dirty="0"/>
          </a:p>
        </p:txBody>
      </p:sp>
      <p:sp>
        <p:nvSpPr>
          <p:cNvPr id="49" name="Shape 47"/>
          <p:cNvSpPr/>
          <p:nvPr/>
        </p:nvSpPr>
        <p:spPr>
          <a:xfrm>
            <a:off x="576072" y="6071616"/>
            <a:ext cx="182880" cy="182880"/>
          </a:xfrm>
          <a:prstGeom prst="rect">
            <a:avLst/>
          </a:prstGeom>
          <a:solidFill>
            <a:srgbClr val="071B2C"/>
          </a:solidFill>
          <a:ln/>
        </p:spPr>
      </p:sp>
      <p:sp>
        <p:nvSpPr>
          <p:cNvPr id="50" name="Text 48"/>
          <p:cNvSpPr/>
          <p:nvPr/>
        </p:nvSpPr>
        <p:spPr>
          <a:xfrm>
            <a:off x="832104" y="6053328"/>
            <a:ext cx="1463040" cy="201168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>
            <a:normAutofit/>
          </a:bodyPr>
          <a:lstStyle/>
          <a:p>
            <a:pPr algn="l" indent="0" marL="0">
              <a:buNone/>
            </a:pPr>
            <a:r>
              <a:rPr lang="en-US" sz="1100" dirty="0">
                <a:solidFill>
                  <a:srgbClr val="666B70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ラベル1</a:t>
            </a:r>
            <a:endParaRPr lang="en-US" sz="1100" dirty="0"/>
          </a:p>
        </p:txBody>
      </p:sp>
      <p:sp>
        <p:nvSpPr>
          <p:cNvPr id="51" name="Shape 49"/>
          <p:cNvSpPr/>
          <p:nvPr/>
        </p:nvSpPr>
        <p:spPr>
          <a:xfrm>
            <a:off x="2221992" y="6071616"/>
            <a:ext cx="182880" cy="182880"/>
          </a:xfrm>
          <a:prstGeom prst="rect">
            <a:avLst/>
          </a:prstGeom>
          <a:solidFill>
            <a:srgbClr val="1E5F8C"/>
          </a:solidFill>
          <a:ln/>
        </p:spPr>
      </p:sp>
      <p:sp>
        <p:nvSpPr>
          <p:cNvPr id="52" name="Text 50"/>
          <p:cNvSpPr/>
          <p:nvPr/>
        </p:nvSpPr>
        <p:spPr>
          <a:xfrm>
            <a:off x="2478024" y="6053328"/>
            <a:ext cx="1463040" cy="201168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>
            <a:normAutofit/>
          </a:bodyPr>
          <a:lstStyle/>
          <a:p>
            <a:pPr algn="l" indent="0" marL="0">
              <a:buNone/>
            </a:pPr>
            <a:r>
              <a:rPr lang="en-US" sz="1100" dirty="0">
                <a:solidFill>
                  <a:srgbClr val="666B70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ラベル2</a:t>
            </a:r>
            <a:endParaRPr lang="en-US" sz="1100" dirty="0"/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76072" y="320040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b">
            <a:normAutofit/>
          </a:bodyPr>
          <a:lstStyle/>
          <a:p>
            <a:pPr indent="0" marL="0">
              <a:buNone/>
            </a:pPr>
            <a:r>
              <a:rPr lang="en-US" sz="1400" dirty="0">
                <a:solidFill>
                  <a:srgbClr val="050505"/>
                </a:solidFill>
                <a:latin typeface="Yu Mincho Demibold" pitchFamily="34" charset="0"/>
                <a:ea typeface="Yu Mincho Demibold" pitchFamily="34" charset="-122"/>
                <a:cs typeface="Yu Mincho Demibold" pitchFamily="34" charset="-120"/>
              </a:rPr>
              <a:t>スライド型カタログ</a:t>
            </a:r>
            <a:endParaRPr lang="en-US" sz="1400" dirty="0"/>
          </a:p>
        </p:txBody>
      </p:sp>
      <p:sp>
        <p:nvSpPr>
          <p:cNvPr id="3" name="Text 1"/>
          <p:cNvSpPr/>
          <p:nvPr/>
        </p:nvSpPr>
        <p:spPr>
          <a:xfrm>
            <a:off x="7043623" y="411480"/>
            <a:ext cx="4572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800" dirty="0">
                <a:solidFill>
                  <a:srgbClr val="666B70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28  PROCESS_FLOW</a:t>
            </a:r>
            <a:endParaRPr lang="en-US" sz="800" dirty="0"/>
          </a:p>
        </p:txBody>
      </p:sp>
      <p:sp>
        <p:nvSpPr>
          <p:cNvPr id="4" name="Shape 2"/>
          <p:cNvSpPr/>
          <p:nvPr/>
        </p:nvSpPr>
        <p:spPr>
          <a:xfrm>
            <a:off x="576072" y="784555"/>
            <a:ext cx="11039551" cy="0"/>
          </a:xfrm>
          <a:prstGeom prst="line">
            <a:avLst/>
          </a:prstGeom>
          <a:noFill/>
          <a:ln w="13970">
            <a:solidFill>
              <a:srgbClr val="050505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576072" y="914400"/>
            <a:ext cx="11039551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2200" dirty="0">
                <a:solidFill>
                  <a:srgbClr val="050505"/>
                </a:solidFill>
                <a:latin typeface="Yu Mincho Demibold" pitchFamily="34" charset="0"/>
                <a:ea typeface="Yu Mincho Demibold" pitchFamily="34" charset="-122"/>
                <a:cs typeface="Yu Mincho Demibold" pitchFamily="34" charset="-120"/>
              </a:rPr>
              <a:t>プロセスの段階</a:t>
            </a:r>
            <a:endParaRPr lang="en-US" sz="2200" dirty="0"/>
          </a:p>
        </p:txBody>
      </p:sp>
      <p:sp>
        <p:nvSpPr>
          <p:cNvPr id="6" name="Text 4"/>
          <p:cNvSpPr/>
          <p:nvPr/>
        </p:nvSpPr>
        <p:spPr>
          <a:xfrm>
            <a:off x="576072" y="6245352"/>
            <a:ext cx="89611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750" dirty="0">
                <a:solidFill>
                  <a:srgbClr val="666B70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出典：Source 1</a:t>
            </a:r>
            <a:endParaRPr lang="en-US" sz="750" dirty="0"/>
          </a:p>
        </p:txBody>
      </p:sp>
      <p:sp>
        <p:nvSpPr>
          <p:cNvPr id="7" name="Shape 5"/>
          <p:cNvSpPr/>
          <p:nvPr/>
        </p:nvSpPr>
        <p:spPr>
          <a:xfrm>
            <a:off x="576072" y="6483096"/>
            <a:ext cx="11039551" cy="0"/>
          </a:xfrm>
          <a:prstGeom prst="line">
            <a:avLst/>
          </a:prstGeom>
          <a:noFill/>
          <a:ln w="8890">
            <a:solidFill>
              <a:srgbClr val="D9DCDF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576072" y="6565392"/>
            <a:ext cx="54864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850" b="1" dirty="0">
                <a:solidFill>
                  <a:srgbClr val="050505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スライド型カタログ</a:t>
            </a:r>
            <a:endParaRPr lang="en-US" sz="850" dirty="0"/>
          </a:p>
        </p:txBody>
      </p:sp>
      <p:sp>
        <p:nvSpPr>
          <p:cNvPr id="9" name="Text 7"/>
          <p:cNvSpPr/>
          <p:nvPr/>
        </p:nvSpPr>
        <p:spPr>
          <a:xfrm>
            <a:off x="11249863" y="6565392"/>
            <a:ext cx="3657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666B70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29</a:t>
            </a:r>
            <a:endParaRPr lang="en-US" sz="750" dirty="0"/>
          </a:p>
        </p:txBody>
      </p:sp>
      <p:sp>
        <p:nvSpPr>
          <p:cNvPr id="10" name="Shape 8"/>
          <p:cNvSpPr/>
          <p:nvPr/>
        </p:nvSpPr>
        <p:spPr>
          <a:xfrm>
            <a:off x="576072" y="2638044"/>
            <a:ext cx="457200" cy="457200"/>
          </a:xfrm>
          <a:prstGeom prst="ellipse">
            <a:avLst/>
          </a:prstGeom>
          <a:ln w="19050">
            <a:solidFill>
              <a:srgbClr val="050505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76072" y="2638044"/>
            <a:ext cx="457200" cy="457200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>
            <a:normAutofit/>
          </a:bodyPr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050505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1</a:t>
            </a:r>
            <a:endParaRPr lang="en-US" sz="1500" dirty="0"/>
          </a:p>
        </p:txBody>
      </p:sp>
      <p:sp>
        <p:nvSpPr>
          <p:cNvPr id="12" name="Text 10"/>
          <p:cNvSpPr/>
          <p:nvPr/>
        </p:nvSpPr>
        <p:spPr>
          <a:xfrm>
            <a:off x="576072" y="3296412"/>
            <a:ext cx="2439848" cy="384048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t">
            <a:normAutofit/>
          </a:bodyPr>
          <a:lstStyle/>
          <a:p>
            <a:pPr algn="l" indent="0" marL="0">
              <a:buNone/>
            </a:pPr>
            <a:r>
              <a:rPr lang="en-US" sz="1450" b="1" dirty="0">
                <a:solidFill>
                  <a:srgbClr val="050505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タイトル 2</a:t>
            </a:r>
            <a:endParaRPr lang="en-US" sz="1450" dirty="0"/>
          </a:p>
        </p:txBody>
      </p:sp>
      <p:sp>
        <p:nvSpPr>
          <p:cNvPr id="13" name="Text 11"/>
          <p:cNvSpPr/>
          <p:nvPr/>
        </p:nvSpPr>
        <p:spPr>
          <a:xfrm>
            <a:off x="576072" y="3717036"/>
            <a:ext cx="2439848" cy="1371600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t">
            <a:normAutofit/>
          </a:bodyPr>
          <a:lstStyle/>
          <a:p>
            <a:pPr algn="l" indent="0" marL="0">
              <a:buNone/>
            </a:pPr>
            <a:r>
              <a:rPr lang="en-US" sz="1150" dirty="0">
                <a:solidFill>
                  <a:srgbClr val="050505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Text 1</a:t>
            </a:r>
            <a:endParaRPr lang="en-US" sz="1150" dirty="0"/>
          </a:p>
        </p:txBody>
      </p:sp>
      <p:sp>
        <p:nvSpPr>
          <p:cNvPr id="14" name="Text 12"/>
          <p:cNvSpPr/>
          <p:nvPr/>
        </p:nvSpPr>
        <p:spPr>
          <a:xfrm>
            <a:off x="2878760" y="2638044"/>
            <a:ext cx="365760" cy="457200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>
            <a:normAutofit/>
          </a:bodyPr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071B2C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›</a:t>
            </a:r>
            <a:endParaRPr lang="en-US" sz="2200" dirty="0"/>
          </a:p>
        </p:txBody>
      </p:sp>
      <p:sp>
        <p:nvSpPr>
          <p:cNvPr id="15" name="Shape 13"/>
          <p:cNvSpPr/>
          <p:nvPr/>
        </p:nvSpPr>
        <p:spPr>
          <a:xfrm>
            <a:off x="3335960" y="2638044"/>
            <a:ext cx="457200" cy="457200"/>
          </a:xfrm>
          <a:prstGeom prst="ellipse">
            <a:avLst/>
          </a:prstGeom>
          <a:ln w="19050">
            <a:solidFill>
              <a:srgbClr val="050505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3335960" y="2638044"/>
            <a:ext cx="457200" cy="457200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>
            <a:normAutofit/>
          </a:bodyPr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050505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2</a:t>
            </a:r>
            <a:endParaRPr lang="en-US" sz="1500" dirty="0"/>
          </a:p>
        </p:txBody>
      </p:sp>
      <p:sp>
        <p:nvSpPr>
          <p:cNvPr id="17" name="Text 15"/>
          <p:cNvSpPr/>
          <p:nvPr/>
        </p:nvSpPr>
        <p:spPr>
          <a:xfrm>
            <a:off x="3335960" y="3296412"/>
            <a:ext cx="2439848" cy="384048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t">
            <a:normAutofit/>
          </a:bodyPr>
          <a:lstStyle/>
          <a:p>
            <a:pPr algn="l" indent="0" marL="0">
              <a:buNone/>
            </a:pPr>
            <a:r>
              <a:rPr lang="en-US" sz="1450" b="1" dirty="0">
                <a:solidFill>
                  <a:srgbClr val="050505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タイトル 3</a:t>
            </a:r>
            <a:endParaRPr lang="en-US" sz="1450" dirty="0"/>
          </a:p>
        </p:txBody>
      </p:sp>
      <p:sp>
        <p:nvSpPr>
          <p:cNvPr id="18" name="Text 16"/>
          <p:cNvSpPr/>
          <p:nvPr/>
        </p:nvSpPr>
        <p:spPr>
          <a:xfrm>
            <a:off x="3335960" y="3717036"/>
            <a:ext cx="2439848" cy="1371600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t">
            <a:normAutofit/>
          </a:bodyPr>
          <a:lstStyle/>
          <a:p>
            <a:pPr algn="l" indent="0" marL="0">
              <a:buNone/>
            </a:pPr>
            <a:r>
              <a:rPr lang="en-US" sz="1150" dirty="0">
                <a:solidFill>
                  <a:srgbClr val="050505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Text 2</a:t>
            </a:r>
            <a:endParaRPr lang="en-US" sz="1150" dirty="0"/>
          </a:p>
        </p:txBody>
      </p:sp>
      <p:sp>
        <p:nvSpPr>
          <p:cNvPr id="19" name="Text 17"/>
          <p:cNvSpPr/>
          <p:nvPr/>
        </p:nvSpPr>
        <p:spPr>
          <a:xfrm>
            <a:off x="5638648" y="2638044"/>
            <a:ext cx="365760" cy="457200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>
            <a:normAutofit/>
          </a:bodyPr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071B2C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›</a:t>
            </a:r>
            <a:endParaRPr lang="en-US" sz="2200" dirty="0"/>
          </a:p>
        </p:txBody>
      </p:sp>
      <p:sp>
        <p:nvSpPr>
          <p:cNvPr id="20" name="Shape 18"/>
          <p:cNvSpPr/>
          <p:nvPr/>
        </p:nvSpPr>
        <p:spPr>
          <a:xfrm>
            <a:off x="6095848" y="2638044"/>
            <a:ext cx="457200" cy="457200"/>
          </a:xfrm>
          <a:prstGeom prst="ellipse">
            <a:avLst/>
          </a:prstGeom>
          <a:ln w="19050">
            <a:solidFill>
              <a:srgbClr val="050505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6095848" y="2638044"/>
            <a:ext cx="457200" cy="457200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>
            <a:normAutofit/>
          </a:bodyPr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050505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3</a:t>
            </a:r>
            <a:endParaRPr lang="en-US" sz="1500" dirty="0"/>
          </a:p>
        </p:txBody>
      </p:sp>
      <p:sp>
        <p:nvSpPr>
          <p:cNvPr id="22" name="Text 20"/>
          <p:cNvSpPr/>
          <p:nvPr/>
        </p:nvSpPr>
        <p:spPr>
          <a:xfrm>
            <a:off x="6095848" y="3296412"/>
            <a:ext cx="2439848" cy="384048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t">
            <a:normAutofit/>
          </a:bodyPr>
          <a:lstStyle/>
          <a:p>
            <a:pPr algn="l" indent="0" marL="0">
              <a:buNone/>
            </a:pPr>
            <a:r>
              <a:rPr lang="en-US" sz="1450" b="1" dirty="0">
                <a:solidFill>
                  <a:srgbClr val="050505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タイトル 4</a:t>
            </a:r>
            <a:endParaRPr lang="en-US" sz="1450" dirty="0"/>
          </a:p>
        </p:txBody>
      </p:sp>
      <p:sp>
        <p:nvSpPr>
          <p:cNvPr id="23" name="Text 21"/>
          <p:cNvSpPr/>
          <p:nvPr/>
        </p:nvSpPr>
        <p:spPr>
          <a:xfrm>
            <a:off x="6095848" y="3717036"/>
            <a:ext cx="2439848" cy="1371600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t">
            <a:normAutofit/>
          </a:bodyPr>
          <a:lstStyle/>
          <a:p>
            <a:pPr algn="l" indent="0" marL="0">
              <a:buNone/>
            </a:pPr>
            <a:r>
              <a:rPr lang="en-US" sz="1150" dirty="0">
                <a:solidFill>
                  <a:srgbClr val="050505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Text 3</a:t>
            </a:r>
            <a:endParaRPr lang="en-US" sz="1150" dirty="0"/>
          </a:p>
        </p:txBody>
      </p:sp>
      <p:sp>
        <p:nvSpPr>
          <p:cNvPr id="24" name="Text 22"/>
          <p:cNvSpPr/>
          <p:nvPr/>
        </p:nvSpPr>
        <p:spPr>
          <a:xfrm>
            <a:off x="8398535" y="2638044"/>
            <a:ext cx="365760" cy="457200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>
            <a:normAutofit/>
          </a:bodyPr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071B2C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›</a:t>
            </a:r>
            <a:endParaRPr lang="en-US" sz="2200" dirty="0"/>
          </a:p>
        </p:txBody>
      </p:sp>
      <p:sp>
        <p:nvSpPr>
          <p:cNvPr id="25" name="Shape 23"/>
          <p:cNvSpPr/>
          <p:nvPr/>
        </p:nvSpPr>
        <p:spPr>
          <a:xfrm>
            <a:off x="8855735" y="2638044"/>
            <a:ext cx="457200" cy="457200"/>
          </a:xfrm>
          <a:prstGeom prst="ellipse">
            <a:avLst/>
          </a:prstGeom>
          <a:ln w="19050">
            <a:solidFill>
              <a:srgbClr val="050505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8855735" y="2638044"/>
            <a:ext cx="457200" cy="457200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>
            <a:normAutofit/>
          </a:bodyPr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050505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4</a:t>
            </a:r>
            <a:endParaRPr lang="en-US" sz="1500" dirty="0"/>
          </a:p>
        </p:txBody>
      </p:sp>
      <p:sp>
        <p:nvSpPr>
          <p:cNvPr id="27" name="Text 25"/>
          <p:cNvSpPr/>
          <p:nvPr/>
        </p:nvSpPr>
        <p:spPr>
          <a:xfrm>
            <a:off x="8855735" y="3296412"/>
            <a:ext cx="2439848" cy="384048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t">
            <a:normAutofit/>
          </a:bodyPr>
          <a:lstStyle/>
          <a:p>
            <a:pPr algn="l" indent="0" marL="0">
              <a:buNone/>
            </a:pPr>
            <a:r>
              <a:rPr lang="en-US" sz="1450" b="1" dirty="0">
                <a:solidFill>
                  <a:srgbClr val="050505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タイトル 5</a:t>
            </a:r>
            <a:endParaRPr lang="en-US" sz="1450" dirty="0"/>
          </a:p>
        </p:txBody>
      </p:sp>
      <p:sp>
        <p:nvSpPr>
          <p:cNvPr id="28" name="Text 26"/>
          <p:cNvSpPr/>
          <p:nvPr/>
        </p:nvSpPr>
        <p:spPr>
          <a:xfrm>
            <a:off x="8855735" y="3717036"/>
            <a:ext cx="2439848" cy="1371600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t">
            <a:normAutofit/>
          </a:bodyPr>
          <a:lstStyle/>
          <a:p>
            <a:pPr algn="l" indent="0" marL="0">
              <a:buNone/>
            </a:pPr>
            <a:r>
              <a:rPr lang="en-US" sz="1150" dirty="0">
                <a:solidFill>
                  <a:srgbClr val="050505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Text 4</a:t>
            </a:r>
            <a:endParaRPr lang="en-US" sz="1150" dirty="0"/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76072" y="320040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b">
            <a:normAutofit/>
          </a:bodyPr>
          <a:lstStyle/>
          <a:p>
            <a:pPr indent="0" marL="0">
              <a:buNone/>
            </a:pPr>
            <a:r>
              <a:rPr lang="en-US" sz="1400" dirty="0">
                <a:solidFill>
                  <a:srgbClr val="050505"/>
                </a:solidFill>
                <a:latin typeface="Yu Mincho Demibold" pitchFamily="34" charset="0"/>
                <a:ea typeface="Yu Mincho Demibold" pitchFamily="34" charset="-122"/>
                <a:cs typeface="Yu Mincho Demibold" pitchFamily="34" charset="-120"/>
              </a:rPr>
              <a:t>スライド型カタログ</a:t>
            </a:r>
            <a:endParaRPr lang="en-US" sz="1400" dirty="0"/>
          </a:p>
        </p:txBody>
      </p:sp>
      <p:sp>
        <p:nvSpPr>
          <p:cNvPr id="3" name="Text 1"/>
          <p:cNvSpPr/>
          <p:nvPr/>
        </p:nvSpPr>
        <p:spPr>
          <a:xfrm>
            <a:off x="7043623" y="411480"/>
            <a:ext cx="4572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800" dirty="0">
                <a:solidFill>
                  <a:srgbClr val="666B70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29  CYCLE</a:t>
            </a:r>
            <a:endParaRPr lang="en-US" sz="800" dirty="0"/>
          </a:p>
        </p:txBody>
      </p:sp>
      <p:sp>
        <p:nvSpPr>
          <p:cNvPr id="4" name="Shape 2"/>
          <p:cNvSpPr/>
          <p:nvPr/>
        </p:nvSpPr>
        <p:spPr>
          <a:xfrm>
            <a:off x="576072" y="784555"/>
            <a:ext cx="11039551" cy="0"/>
          </a:xfrm>
          <a:prstGeom prst="line">
            <a:avLst/>
          </a:prstGeom>
          <a:noFill/>
          <a:ln w="13970">
            <a:solidFill>
              <a:srgbClr val="050505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576072" y="914400"/>
            <a:ext cx="11039551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2200" dirty="0">
                <a:solidFill>
                  <a:srgbClr val="050505"/>
                </a:solidFill>
                <a:latin typeface="Yu Mincho Demibold" pitchFamily="34" charset="0"/>
                <a:ea typeface="Yu Mincho Demibold" pitchFamily="34" charset="-122"/>
                <a:cs typeface="Yu Mincho Demibold" pitchFamily="34" charset="-120"/>
              </a:rPr>
              <a:t>循環サイクル</a:t>
            </a:r>
            <a:endParaRPr lang="en-US" sz="2200" dirty="0"/>
          </a:p>
        </p:txBody>
      </p:sp>
      <p:sp>
        <p:nvSpPr>
          <p:cNvPr id="6" name="Text 4"/>
          <p:cNvSpPr/>
          <p:nvPr/>
        </p:nvSpPr>
        <p:spPr>
          <a:xfrm>
            <a:off x="576072" y="6245352"/>
            <a:ext cx="89611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750" dirty="0">
                <a:solidFill>
                  <a:srgbClr val="666B70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出典：Source 1</a:t>
            </a:r>
            <a:endParaRPr lang="en-US" sz="750" dirty="0"/>
          </a:p>
        </p:txBody>
      </p:sp>
      <p:sp>
        <p:nvSpPr>
          <p:cNvPr id="7" name="Shape 5"/>
          <p:cNvSpPr/>
          <p:nvPr/>
        </p:nvSpPr>
        <p:spPr>
          <a:xfrm>
            <a:off x="576072" y="6483096"/>
            <a:ext cx="11039551" cy="0"/>
          </a:xfrm>
          <a:prstGeom prst="line">
            <a:avLst/>
          </a:prstGeom>
          <a:noFill/>
          <a:ln w="8890">
            <a:solidFill>
              <a:srgbClr val="D9DCDF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576072" y="6565392"/>
            <a:ext cx="54864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850" b="1" dirty="0">
                <a:solidFill>
                  <a:srgbClr val="050505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スライド型カタログ</a:t>
            </a:r>
            <a:endParaRPr lang="en-US" sz="850" dirty="0"/>
          </a:p>
        </p:txBody>
      </p:sp>
      <p:sp>
        <p:nvSpPr>
          <p:cNvPr id="9" name="Text 7"/>
          <p:cNvSpPr/>
          <p:nvPr/>
        </p:nvSpPr>
        <p:spPr>
          <a:xfrm>
            <a:off x="11249863" y="6565392"/>
            <a:ext cx="3657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666B70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30</a:t>
            </a:r>
            <a:endParaRPr lang="en-US" sz="750" dirty="0"/>
          </a:p>
        </p:txBody>
      </p:sp>
      <p:sp>
        <p:nvSpPr>
          <p:cNvPr id="10" name="Shape 8"/>
          <p:cNvSpPr/>
          <p:nvPr/>
        </p:nvSpPr>
        <p:spPr>
          <a:xfrm>
            <a:off x="2255368" y="2377440"/>
            <a:ext cx="7680960" cy="3200400"/>
          </a:xfrm>
          <a:prstGeom prst="ellipse">
            <a:avLst/>
          </a:prstGeom>
          <a:ln w="12700">
            <a:solidFill>
              <a:srgbClr val="D9DCDF"/>
            </a:solidFill>
            <a:prstDash val="dash"/>
          </a:ln>
        </p:spPr>
      </p:sp>
      <p:sp>
        <p:nvSpPr>
          <p:cNvPr id="11" name="Shape 9"/>
          <p:cNvSpPr/>
          <p:nvPr/>
        </p:nvSpPr>
        <p:spPr>
          <a:xfrm rot="2160000">
            <a:off x="7330830" y="3083555"/>
            <a:ext cx="329184" cy="182880"/>
          </a:xfrm>
          <a:prstGeom prst="rightArrow">
            <a:avLst/>
          </a:prstGeom>
          <a:solidFill>
            <a:srgbClr val="1E5F8C"/>
          </a:solidFill>
          <a:ln/>
        </p:spPr>
      </p:sp>
      <p:sp>
        <p:nvSpPr>
          <p:cNvPr id="12" name="Shape 10"/>
          <p:cNvSpPr/>
          <p:nvPr/>
        </p:nvSpPr>
        <p:spPr>
          <a:xfrm rot="6480000">
            <a:off x="8195814" y="4192783"/>
            <a:ext cx="329184" cy="182880"/>
          </a:xfrm>
          <a:prstGeom prst="rightArrow">
            <a:avLst/>
          </a:prstGeom>
          <a:solidFill>
            <a:srgbClr val="1E5F8C"/>
          </a:solidFill>
          <a:ln/>
        </p:spPr>
      </p:sp>
      <p:sp>
        <p:nvSpPr>
          <p:cNvPr id="13" name="Shape 11"/>
          <p:cNvSpPr/>
          <p:nvPr/>
        </p:nvSpPr>
        <p:spPr>
          <a:xfrm rot="10800000">
            <a:off x="5931256" y="4878324"/>
            <a:ext cx="329184" cy="182880"/>
          </a:xfrm>
          <a:prstGeom prst="rightArrow">
            <a:avLst/>
          </a:prstGeom>
          <a:solidFill>
            <a:srgbClr val="1E5F8C"/>
          </a:solidFill>
          <a:ln/>
        </p:spPr>
      </p:sp>
      <p:sp>
        <p:nvSpPr>
          <p:cNvPr id="14" name="Shape 12"/>
          <p:cNvSpPr/>
          <p:nvPr/>
        </p:nvSpPr>
        <p:spPr>
          <a:xfrm rot="15120000">
            <a:off x="3666697" y="4192783"/>
            <a:ext cx="329184" cy="182880"/>
          </a:xfrm>
          <a:prstGeom prst="rightArrow">
            <a:avLst/>
          </a:prstGeom>
          <a:solidFill>
            <a:srgbClr val="1E5F8C"/>
          </a:solidFill>
          <a:ln/>
        </p:spPr>
      </p:sp>
      <p:sp>
        <p:nvSpPr>
          <p:cNvPr id="15" name="Shape 13"/>
          <p:cNvSpPr/>
          <p:nvPr/>
        </p:nvSpPr>
        <p:spPr>
          <a:xfrm rot="19440000">
            <a:off x="4531682" y="3083555"/>
            <a:ext cx="329184" cy="182880"/>
          </a:xfrm>
          <a:prstGeom prst="rightArrow">
            <a:avLst/>
          </a:prstGeom>
          <a:solidFill>
            <a:srgbClr val="1E5F8C"/>
          </a:solidFill>
          <a:ln/>
        </p:spPr>
      </p:sp>
      <p:sp>
        <p:nvSpPr>
          <p:cNvPr id="16" name="Shape 14"/>
          <p:cNvSpPr/>
          <p:nvPr/>
        </p:nvSpPr>
        <p:spPr>
          <a:xfrm>
            <a:off x="5867248" y="1810512"/>
            <a:ext cx="457200" cy="457200"/>
          </a:xfrm>
          <a:prstGeom prst="ellipse">
            <a:avLst/>
          </a:prstGeom>
          <a:ln w="19050">
            <a:solidFill>
              <a:srgbClr val="050505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5867248" y="1810512"/>
            <a:ext cx="457200" cy="457200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>
            <a:normAutofit/>
          </a:bodyPr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50505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1</a:t>
            </a:r>
            <a:endParaRPr lang="en-US" sz="1400" dirty="0"/>
          </a:p>
        </p:txBody>
      </p:sp>
      <p:sp>
        <p:nvSpPr>
          <p:cNvPr id="18" name="Text 16"/>
          <p:cNvSpPr/>
          <p:nvPr/>
        </p:nvSpPr>
        <p:spPr>
          <a:xfrm>
            <a:off x="4907128" y="2395728"/>
            <a:ext cx="2377440" cy="329184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t">
            <a:normAutofit/>
          </a:bodyPr>
          <a:lstStyle/>
          <a:p>
            <a:pPr algn="ctr" indent="0" marL="0">
              <a:buNone/>
            </a:pPr>
            <a:r>
              <a:rPr lang="en-US" sz="1350" b="1" dirty="0">
                <a:solidFill>
                  <a:srgbClr val="050505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タイトル 2</a:t>
            </a:r>
            <a:endParaRPr lang="en-US" sz="1350" dirty="0"/>
          </a:p>
        </p:txBody>
      </p:sp>
      <p:sp>
        <p:nvSpPr>
          <p:cNvPr id="19" name="Text 17"/>
          <p:cNvSpPr/>
          <p:nvPr/>
        </p:nvSpPr>
        <p:spPr>
          <a:xfrm>
            <a:off x="4907128" y="2761488"/>
            <a:ext cx="2377440" cy="640080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t">
            <a:normAutofit/>
          </a:bodyPr>
          <a:lstStyle/>
          <a:p>
            <a:pPr algn="ctr" indent="0" marL="0">
              <a:buNone/>
            </a:pPr>
            <a:r>
              <a:rPr lang="en-US" sz="1100" dirty="0">
                <a:solidFill>
                  <a:srgbClr val="050505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Text 1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9519761" y="2916223"/>
            <a:ext cx="457200" cy="457200"/>
          </a:xfrm>
          <a:prstGeom prst="ellipse">
            <a:avLst/>
          </a:prstGeom>
          <a:ln w="19050">
            <a:solidFill>
              <a:srgbClr val="050505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9519761" y="2916223"/>
            <a:ext cx="457200" cy="457200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>
            <a:normAutofit/>
          </a:bodyPr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50505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2</a:t>
            </a:r>
            <a:endParaRPr lang="en-US" sz="1400" dirty="0"/>
          </a:p>
        </p:txBody>
      </p:sp>
      <p:sp>
        <p:nvSpPr>
          <p:cNvPr id="22" name="Text 20"/>
          <p:cNvSpPr/>
          <p:nvPr/>
        </p:nvSpPr>
        <p:spPr>
          <a:xfrm>
            <a:off x="8559641" y="3501439"/>
            <a:ext cx="2377440" cy="329184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t">
            <a:normAutofit/>
          </a:bodyPr>
          <a:lstStyle/>
          <a:p>
            <a:pPr algn="ctr" indent="0" marL="0">
              <a:buNone/>
            </a:pPr>
            <a:r>
              <a:rPr lang="en-US" sz="1350" b="1" dirty="0">
                <a:solidFill>
                  <a:srgbClr val="050505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タイトル 3</a:t>
            </a:r>
            <a:endParaRPr lang="en-US" sz="1350" dirty="0"/>
          </a:p>
        </p:txBody>
      </p:sp>
      <p:sp>
        <p:nvSpPr>
          <p:cNvPr id="23" name="Text 21"/>
          <p:cNvSpPr/>
          <p:nvPr/>
        </p:nvSpPr>
        <p:spPr>
          <a:xfrm>
            <a:off x="8559641" y="3867199"/>
            <a:ext cx="2377440" cy="640080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t">
            <a:normAutofit/>
          </a:bodyPr>
          <a:lstStyle/>
          <a:p>
            <a:pPr algn="ctr" indent="0" marL="0">
              <a:buNone/>
            </a:pPr>
            <a:r>
              <a:rPr lang="en-US" sz="1100" dirty="0">
                <a:solidFill>
                  <a:srgbClr val="050505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Text 2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8124625" y="4705301"/>
            <a:ext cx="457200" cy="457200"/>
          </a:xfrm>
          <a:prstGeom prst="ellipse">
            <a:avLst/>
          </a:prstGeom>
          <a:ln w="19050">
            <a:solidFill>
              <a:srgbClr val="050505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8124625" y="4705301"/>
            <a:ext cx="457200" cy="457200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>
            <a:normAutofit/>
          </a:bodyPr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50505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3</a:t>
            </a:r>
            <a:endParaRPr lang="en-US" sz="1400" dirty="0"/>
          </a:p>
        </p:txBody>
      </p:sp>
      <p:sp>
        <p:nvSpPr>
          <p:cNvPr id="26" name="Text 24"/>
          <p:cNvSpPr/>
          <p:nvPr/>
        </p:nvSpPr>
        <p:spPr>
          <a:xfrm>
            <a:off x="7164505" y="5290517"/>
            <a:ext cx="2377440" cy="329184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t">
            <a:normAutofit/>
          </a:bodyPr>
          <a:lstStyle/>
          <a:p>
            <a:pPr algn="ctr" indent="0" marL="0">
              <a:buNone/>
            </a:pPr>
            <a:r>
              <a:rPr lang="en-US" sz="1350" b="1" dirty="0">
                <a:solidFill>
                  <a:srgbClr val="050505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タイトル 4</a:t>
            </a:r>
            <a:endParaRPr lang="en-US" sz="1350" dirty="0"/>
          </a:p>
        </p:txBody>
      </p:sp>
      <p:sp>
        <p:nvSpPr>
          <p:cNvPr id="27" name="Text 25"/>
          <p:cNvSpPr/>
          <p:nvPr/>
        </p:nvSpPr>
        <p:spPr>
          <a:xfrm>
            <a:off x="7164505" y="5656277"/>
            <a:ext cx="2377440" cy="640080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t">
            <a:normAutofit/>
          </a:bodyPr>
          <a:lstStyle/>
          <a:p>
            <a:pPr algn="ctr" indent="0" marL="0">
              <a:buNone/>
            </a:pPr>
            <a:r>
              <a:rPr lang="en-US" sz="1100" dirty="0">
                <a:solidFill>
                  <a:srgbClr val="050505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Text 3</a:t>
            </a:r>
            <a:endParaRPr lang="en-US" sz="1100" dirty="0"/>
          </a:p>
        </p:txBody>
      </p:sp>
      <p:sp>
        <p:nvSpPr>
          <p:cNvPr id="28" name="Shape 26"/>
          <p:cNvSpPr/>
          <p:nvPr/>
        </p:nvSpPr>
        <p:spPr>
          <a:xfrm>
            <a:off x="3609870" y="4705301"/>
            <a:ext cx="457200" cy="457200"/>
          </a:xfrm>
          <a:prstGeom prst="ellipse">
            <a:avLst/>
          </a:prstGeom>
          <a:ln w="19050">
            <a:solidFill>
              <a:srgbClr val="050505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3609870" y="4705301"/>
            <a:ext cx="457200" cy="457200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>
            <a:normAutofit/>
          </a:bodyPr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50505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4</a:t>
            </a:r>
            <a:endParaRPr lang="en-US" sz="1400" dirty="0"/>
          </a:p>
        </p:txBody>
      </p:sp>
      <p:sp>
        <p:nvSpPr>
          <p:cNvPr id="30" name="Text 28"/>
          <p:cNvSpPr/>
          <p:nvPr/>
        </p:nvSpPr>
        <p:spPr>
          <a:xfrm>
            <a:off x="2649750" y="5290517"/>
            <a:ext cx="2377440" cy="329184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t">
            <a:normAutofit/>
          </a:bodyPr>
          <a:lstStyle/>
          <a:p>
            <a:pPr algn="ctr" indent="0" marL="0">
              <a:buNone/>
            </a:pPr>
            <a:r>
              <a:rPr lang="en-US" sz="1350" b="1" dirty="0">
                <a:solidFill>
                  <a:srgbClr val="050505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タイトル 5</a:t>
            </a:r>
            <a:endParaRPr lang="en-US" sz="1350" dirty="0"/>
          </a:p>
        </p:txBody>
      </p:sp>
      <p:sp>
        <p:nvSpPr>
          <p:cNvPr id="31" name="Text 29"/>
          <p:cNvSpPr/>
          <p:nvPr/>
        </p:nvSpPr>
        <p:spPr>
          <a:xfrm>
            <a:off x="2649750" y="5656277"/>
            <a:ext cx="2377440" cy="640080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t">
            <a:normAutofit/>
          </a:bodyPr>
          <a:lstStyle/>
          <a:p>
            <a:pPr algn="ctr" indent="0" marL="0">
              <a:buNone/>
            </a:pPr>
            <a:r>
              <a:rPr lang="en-US" sz="1100" dirty="0">
                <a:solidFill>
                  <a:srgbClr val="050505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Text 4</a:t>
            </a:r>
            <a:endParaRPr lang="en-US" sz="1100" dirty="0"/>
          </a:p>
        </p:txBody>
      </p:sp>
      <p:sp>
        <p:nvSpPr>
          <p:cNvPr id="32" name="Shape 30"/>
          <p:cNvSpPr/>
          <p:nvPr/>
        </p:nvSpPr>
        <p:spPr>
          <a:xfrm>
            <a:off x="2214734" y="2916223"/>
            <a:ext cx="457200" cy="457200"/>
          </a:xfrm>
          <a:prstGeom prst="ellipse">
            <a:avLst/>
          </a:prstGeom>
          <a:ln w="19050">
            <a:solidFill>
              <a:srgbClr val="050505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2214734" y="2916223"/>
            <a:ext cx="457200" cy="457200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>
            <a:normAutofit/>
          </a:bodyPr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50505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5</a:t>
            </a:r>
            <a:endParaRPr lang="en-US" sz="1400" dirty="0"/>
          </a:p>
        </p:txBody>
      </p:sp>
      <p:sp>
        <p:nvSpPr>
          <p:cNvPr id="34" name="Text 32"/>
          <p:cNvSpPr/>
          <p:nvPr/>
        </p:nvSpPr>
        <p:spPr>
          <a:xfrm>
            <a:off x="1254614" y="3501439"/>
            <a:ext cx="2377440" cy="329184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t">
            <a:normAutofit/>
          </a:bodyPr>
          <a:lstStyle/>
          <a:p>
            <a:pPr algn="ctr" indent="0" marL="0">
              <a:buNone/>
            </a:pPr>
            <a:r>
              <a:rPr lang="en-US" sz="1350" b="1" dirty="0">
                <a:solidFill>
                  <a:srgbClr val="050505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タイトル 6</a:t>
            </a:r>
            <a:endParaRPr lang="en-US" sz="1350" dirty="0"/>
          </a:p>
        </p:txBody>
      </p:sp>
      <p:sp>
        <p:nvSpPr>
          <p:cNvPr id="35" name="Text 33"/>
          <p:cNvSpPr/>
          <p:nvPr/>
        </p:nvSpPr>
        <p:spPr>
          <a:xfrm>
            <a:off x="1254614" y="3867199"/>
            <a:ext cx="2377440" cy="640080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t">
            <a:normAutofit/>
          </a:bodyPr>
          <a:lstStyle/>
          <a:p>
            <a:pPr algn="ctr" indent="0" marL="0">
              <a:buNone/>
            </a:pPr>
            <a:r>
              <a:rPr lang="en-US" sz="1100" dirty="0">
                <a:solidFill>
                  <a:srgbClr val="050505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Text 5</a:t>
            </a:r>
            <a:endParaRPr lang="en-US" sz="1100" dirty="0"/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76072" y="320040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b">
            <a:normAutofit/>
          </a:bodyPr>
          <a:lstStyle/>
          <a:p>
            <a:pPr indent="0" marL="0">
              <a:buNone/>
            </a:pPr>
            <a:r>
              <a:rPr lang="en-US" sz="1400" dirty="0">
                <a:solidFill>
                  <a:srgbClr val="050505"/>
                </a:solidFill>
                <a:latin typeface="Yu Mincho Demibold" pitchFamily="34" charset="0"/>
                <a:ea typeface="Yu Mincho Demibold" pitchFamily="34" charset="-122"/>
                <a:cs typeface="Yu Mincho Demibold" pitchFamily="34" charset="-120"/>
              </a:rPr>
              <a:t>スライド型カタログ</a:t>
            </a:r>
            <a:endParaRPr lang="en-US" sz="1400" dirty="0"/>
          </a:p>
        </p:txBody>
      </p:sp>
      <p:sp>
        <p:nvSpPr>
          <p:cNvPr id="3" name="Text 1"/>
          <p:cNvSpPr/>
          <p:nvPr/>
        </p:nvSpPr>
        <p:spPr>
          <a:xfrm>
            <a:off x="7043623" y="411480"/>
            <a:ext cx="4572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800" dirty="0">
                <a:solidFill>
                  <a:srgbClr val="666B70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30  CHEVRON_RAIL</a:t>
            </a:r>
            <a:endParaRPr lang="en-US" sz="800" dirty="0"/>
          </a:p>
        </p:txBody>
      </p:sp>
      <p:sp>
        <p:nvSpPr>
          <p:cNvPr id="4" name="Shape 2"/>
          <p:cNvSpPr/>
          <p:nvPr/>
        </p:nvSpPr>
        <p:spPr>
          <a:xfrm>
            <a:off x="576072" y="784555"/>
            <a:ext cx="11039551" cy="0"/>
          </a:xfrm>
          <a:prstGeom prst="line">
            <a:avLst/>
          </a:prstGeom>
          <a:noFill/>
          <a:ln w="13970">
            <a:solidFill>
              <a:srgbClr val="050505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576072" y="914400"/>
            <a:ext cx="11039551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2200" dirty="0">
                <a:solidFill>
                  <a:srgbClr val="050505"/>
                </a:solidFill>
                <a:latin typeface="Yu Mincho Demibold" pitchFamily="34" charset="0"/>
                <a:ea typeface="Yu Mincho Demibold" pitchFamily="34" charset="-122"/>
                <a:cs typeface="Yu Mincho Demibold" pitchFamily="34" charset="-120"/>
              </a:rPr>
              <a:t>矢羽の段階（全体像の見出し）</a:t>
            </a:r>
            <a:endParaRPr lang="en-US" sz="2200" dirty="0"/>
          </a:p>
        </p:txBody>
      </p:sp>
      <p:sp>
        <p:nvSpPr>
          <p:cNvPr id="6" name="Text 4"/>
          <p:cNvSpPr/>
          <p:nvPr/>
        </p:nvSpPr>
        <p:spPr>
          <a:xfrm>
            <a:off x="576072" y="6245352"/>
            <a:ext cx="89611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750" dirty="0">
                <a:solidFill>
                  <a:srgbClr val="666B70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出典：Source 1</a:t>
            </a:r>
            <a:endParaRPr lang="en-US" sz="750" dirty="0"/>
          </a:p>
        </p:txBody>
      </p:sp>
      <p:sp>
        <p:nvSpPr>
          <p:cNvPr id="7" name="Shape 5"/>
          <p:cNvSpPr/>
          <p:nvPr/>
        </p:nvSpPr>
        <p:spPr>
          <a:xfrm>
            <a:off x="576072" y="6483096"/>
            <a:ext cx="11039551" cy="0"/>
          </a:xfrm>
          <a:prstGeom prst="line">
            <a:avLst/>
          </a:prstGeom>
          <a:noFill/>
          <a:ln w="8890">
            <a:solidFill>
              <a:srgbClr val="D9DCDF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576072" y="6565392"/>
            <a:ext cx="54864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850" b="1" dirty="0">
                <a:solidFill>
                  <a:srgbClr val="050505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スライド型カタログ</a:t>
            </a:r>
            <a:endParaRPr lang="en-US" sz="850" dirty="0"/>
          </a:p>
        </p:txBody>
      </p:sp>
      <p:sp>
        <p:nvSpPr>
          <p:cNvPr id="9" name="Text 7"/>
          <p:cNvSpPr/>
          <p:nvPr/>
        </p:nvSpPr>
        <p:spPr>
          <a:xfrm>
            <a:off x="11249863" y="6565392"/>
            <a:ext cx="3657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666B70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31</a:t>
            </a:r>
            <a:endParaRPr lang="en-US" sz="750" dirty="0"/>
          </a:p>
        </p:txBody>
      </p:sp>
      <p:sp>
        <p:nvSpPr>
          <p:cNvPr id="10" name="Shape 8"/>
          <p:cNvSpPr/>
          <p:nvPr/>
        </p:nvSpPr>
        <p:spPr>
          <a:xfrm>
            <a:off x="576072" y="3177540"/>
            <a:ext cx="2527950" cy="1371600"/>
          </a:xfrm>
          <a:prstGeom prst="chevron">
            <a:avLst/>
          </a:prstGeom>
          <a:solidFill>
            <a:srgbClr val="E7F4F8"/>
          </a:solidFill>
          <a:ln/>
        </p:spPr>
      </p:sp>
      <p:sp>
        <p:nvSpPr>
          <p:cNvPr id="11" name="Shape 9"/>
          <p:cNvSpPr/>
          <p:nvPr/>
        </p:nvSpPr>
        <p:spPr>
          <a:xfrm>
            <a:off x="850392" y="3662172"/>
            <a:ext cx="402336" cy="402336"/>
          </a:xfrm>
          <a:prstGeom prst="ellipse">
            <a:avLst/>
          </a:prstGeom>
          <a:solidFill>
            <a:srgbClr val="071B2C"/>
          </a:solidFill>
          <a:ln/>
        </p:spPr>
      </p:sp>
      <p:sp>
        <p:nvSpPr>
          <p:cNvPr id="12" name="Text 10"/>
          <p:cNvSpPr/>
          <p:nvPr/>
        </p:nvSpPr>
        <p:spPr>
          <a:xfrm>
            <a:off x="850392" y="3662172"/>
            <a:ext cx="402336" cy="402336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>
            <a:normAutofit/>
          </a:bodyPr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1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1353312" y="3561588"/>
            <a:ext cx="1567830" cy="292608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t">
            <a:normAutofit/>
          </a:bodyPr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050505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タイトル 2</a:t>
            </a:r>
            <a:endParaRPr lang="en-US" sz="1300" dirty="0"/>
          </a:p>
        </p:txBody>
      </p:sp>
      <p:sp>
        <p:nvSpPr>
          <p:cNvPr id="14" name="Text 12"/>
          <p:cNvSpPr/>
          <p:nvPr/>
        </p:nvSpPr>
        <p:spPr>
          <a:xfrm>
            <a:off x="1353312" y="3872484"/>
            <a:ext cx="1567830" cy="457200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t">
            <a:normAutofit/>
          </a:bodyPr>
          <a:lstStyle/>
          <a:p>
            <a:pPr algn="l" indent="0" marL="0">
              <a:buNone/>
            </a:pPr>
            <a:r>
              <a:rPr lang="en-US" sz="1050" dirty="0">
                <a:solidFill>
                  <a:srgbClr val="050505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Text 1</a:t>
            </a:r>
            <a:endParaRPr lang="en-US" sz="1050" dirty="0"/>
          </a:p>
        </p:txBody>
      </p:sp>
      <p:sp>
        <p:nvSpPr>
          <p:cNvPr id="15" name="Shape 13"/>
          <p:cNvSpPr/>
          <p:nvPr/>
        </p:nvSpPr>
        <p:spPr>
          <a:xfrm>
            <a:off x="2783982" y="3177540"/>
            <a:ext cx="2527950" cy="1371600"/>
          </a:xfrm>
          <a:prstGeom prst="chevron">
            <a:avLst/>
          </a:prstGeom>
          <a:solidFill>
            <a:srgbClr val="E7F4F8"/>
          </a:solidFill>
          <a:ln/>
        </p:spPr>
      </p:sp>
      <p:sp>
        <p:nvSpPr>
          <p:cNvPr id="16" name="Shape 14"/>
          <p:cNvSpPr/>
          <p:nvPr/>
        </p:nvSpPr>
        <p:spPr>
          <a:xfrm>
            <a:off x="3058302" y="3662172"/>
            <a:ext cx="402336" cy="402336"/>
          </a:xfrm>
          <a:prstGeom prst="ellipse">
            <a:avLst/>
          </a:prstGeom>
          <a:solidFill>
            <a:srgbClr val="071B2C"/>
          </a:solidFill>
          <a:ln/>
        </p:spPr>
      </p:sp>
      <p:sp>
        <p:nvSpPr>
          <p:cNvPr id="17" name="Text 15"/>
          <p:cNvSpPr/>
          <p:nvPr/>
        </p:nvSpPr>
        <p:spPr>
          <a:xfrm>
            <a:off x="3058302" y="3662172"/>
            <a:ext cx="402336" cy="402336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>
            <a:normAutofit/>
          </a:bodyPr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2</a:t>
            </a:r>
            <a:endParaRPr lang="en-US" sz="1400" dirty="0"/>
          </a:p>
        </p:txBody>
      </p:sp>
      <p:sp>
        <p:nvSpPr>
          <p:cNvPr id="18" name="Text 16"/>
          <p:cNvSpPr/>
          <p:nvPr/>
        </p:nvSpPr>
        <p:spPr>
          <a:xfrm>
            <a:off x="3561222" y="3561588"/>
            <a:ext cx="1567830" cy="292608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t">
            <a:normAutofit/>
          </a:bodyPr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050505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タイトル 3</a:t>
            </a:r>
            <a:endParaRPr lang="en-US" sz="1300" dirty="0"/>
          </a:p>
        </p:txBody>
      </p:sp>
      <p:sp>
        <p:nvSpPr>
          <p:cNvPr id="19" name="Text 17"/>
          <p:cNvSpPr/>
          <p:nvPr/>
        </p:nvSpPr>
        <p:spPr>
          <a:xfrm>
            <a:off x="3561222" y="3872484"/>
            <a:ext cx="1567830" cy="457200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t">
            <a:normAutofit/>
          </a:bodyPr>
          <a:lstStyle/>
          <a:p>
            <a:pPr algn="l" indent="0" marL="0">
              <a:buNone/>
            </a:pPr>
            <a:r>
              <a:rPr lang="en-US" sz="1050" dirty="0">
                <a:solidFill>
                  <a:srgbClr val="050505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Text 2</a:t>
            </a:r>
            <a:endParaRPr lang="en-US" sz="1050" dirty="0"/>
          </a:p>
        </p:txBody>
      </p:sp>
      <p:sp>
        <p:nvSpPr>
          <p:cNvPr id="20" name="Shape 18"/>
          <p:cNvSpPr/>
          <p:nvPr/>
        </p:nvSpPr>
        <p:spPr>
          <a:xfrm>
            <a:off x="4991892" y="3177540"/>
            <a:ext cx="2527950" cy="1371600"/>
          </a:xfrm>
          <a:prstGeom prst="chevron">
            <a:avLst/>
          </a:prstGeom>
          <a:solidFill>
            <a:srgbClr val="E7F4F8"/>
          </a:solidFill>
          <a:ln/>
        </p:spPr>
      </p:sp>
      <p:sp>
        <p:nvSpPr>
          <p:cNvPr id="21" name="Shape 19"/>
          <p:cNvSpPr/>
          <p:nvPr/>
        </p:nvSpPr>
        <p:spPr>
          <a:xfrm>
            <a:off x="5266212" y="3662172"/>
            <a:ext cx="402336" cy="402336"/>
          </a:xfrm>
          <a:prstGeom prst="ellipse">
            <a:avLst/>
          </a:prstGeom>
          <a:solidFill>
            <a:srgbClr val="071B2C"/>
          </a:solidFill>
          <a:ln/>
        </p:spPr>
      </p:sp>
      <p:sp>
        <p:nvSpPr>
          <p:cNvPr id="22" name="Text 20"/>
          <p:cNvSpPr/>
          <p:nvPr/>
        </p:nvSpPr>
        <p:spPr>
          <a:xfrm>
            <a:off x="5266212" y="3662172"/>
            <a:ext cx="402336" cy="402336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>
            <a:normAutofit/>
          </a:bodyPr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3</a:t>
            </a:r>
            <a:endParaRPr lang="en-US" sz="1400" dirty="0"/>
          </a:p>
        </p:txBody>
      </p:sp>
      <p:sp>
        <p:nvSpPr>
          <p:cNvPr id="23" name="Text 21"/>
          <p:cNvSpPr/>
          <p:nvPr/>
        </p:nvSpPr>
        <p:spPr>
          <a:xfrm>
            <a:off x="5769132" y="3561588"/>
            <a:ext cx="1567830" cy="292608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t">
            <a:normAutofit/>
          </a:bodyPr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050505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タイトル 4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5769132" y="3872484"/>
            <a:ext cx="1567830" cy="457200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t">
            <a:normAutofit/>
          </a:bodyPr>
          <a:lstStyle/>
          <a:p>
            <a:pPr algn="l" indent="0" marL="0">
              <a:buNone/>
            </a:pPr>
            <a:r>
              <a:rPr lang="en-US" sz="1050" dirty="0">
                <a:solidFill>
                  <a:srgbClr val="050505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Text 3</a:t>
            </a:r>
            <a:endParaRPr lang="en-US" sz="1050" dirty="0"/>
          </a:p>
        </p:txBody>
      </p:sp>
      <p:sp>
        <p:nvSpPr>
          <p:cNvPr id="25" name="Shape 23"/>
          <p:cNvSpPr/>
          <p:nvPr/>
        </p:nvSpPr>
        <p:spPr>
          <a:xfrm>
            <a:off x="7199803" y="3177540"/>
            <a:ext cx="2527950" cy="1371600"/>
          </a:xfrm>
          <a:prstGeom prst="chevron">
            <a:avLst/>
          </a:prstGeom>
          <a:solidFill>
            <a:srgbClr val="E7F4F8"/>
          </a:solidFill>
          <a:ln/>
        </p:spPr>
      </p:sp>
      <p:sp>
        <p:nvSpPr>
          <p:cNvPr id="26" name="Shape 24"/>
          <p:cNvSpPr/>
          <p:nvPr/>
        </p:nvSpPr>
        <p:spPr>
          <a:xfrm>
            <a:off x="7474123" y="3662172"/>
            <a:ext cx="402336" cy="402336"/>
          </a:xfrm>
          <a:prstGeom prst="ellipse">
            <a:avLst/>
          </a:prstGeom>
          <a:solidFill>
            <a:srgbClr val="071B2C"/>
          </a:solidFill>
          <a:ln/>
        </p:spPr>
      </p:sp>
      <p:sp>
        <p:nvSpPr>
          <p:cNvPr id="27" name="Text 25"/>
          <p:cNvSpPr/>
          <p:nvPr/>
        </p:nvSpPr>
        <p:spPr>
          <a:xfrm>
            <a:off x="7474123" y="3662172"/>
            <a:ext cx="402336" cy="402336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>
            <a:normAutofit/>
          </a:bodyPr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4</a:t>
            </a:r>
            <a:endParaRPr lang="en-US" sz="1400" dirty="0"/>
          </a:p>
        </p:txBody>
      </p:sp>
      <p:sp>
        <p:nvSpPr>
          <p:cNvPr id="28" name="Text 26"/>
          <p:cNvSpPr/>
          <p:nvPr/>
        </p:nvSpPr>
        <p:spPr>
          <a:xfrm>
            <a:off x="7977043" y="3561588"/>
            <a:ext cx="1567830" cy="292608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t">
            <a:normAutofit/>
          </a:bodyPr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050505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タイトル 5</a:t>
            </a:r>
            <a:endParaRPr lang="en-US" sz="1300" dirty="0"/>
          </a:p>
        </p:txBody>
      </p:sp>
      <p:sp>
        <p:nvSpPr>
          <p:cNvPr id="29" name="Text 27"/>
          <p:cNvSpPr/>
          <p:nvPr/>
        </p:nvSpPr>
        <p:spPr>
          <a:xfrm>
            <a:off x="7977043" y="3872484"/>
            <a:ext cx="1567830" cy="457200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t">
            <a:normAutofit/>
          </a:bodyPr>
          <a:lstStyle/>
          <a:p>
            <a:pPr algn="l" indent="0" marL="0">
              <a:buNone/>
            </a:pPr>
            <a:r>
              <a:rPr lang="en-US" sz="1050" dirty="0">
                <a:solidFill>
                  <a:srgbClr val="050505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Text 4</a:t>
            </a:r>
            <a:endParaRPr lang="en-US" sz="1050" dirty="0"/>
          </a:p>
        </p:txBody>
      </p:sp>
      <p:sp>
        <p:nvSpPr>
          <p:cNvPr id="30" name="Shape 28"/>
          <p:cNvSpPr/>
          <p:nvPr/>
        </p:nvSpPr>
        <p:spPr>
          <a:xfrm>
            <a:off x="9407713" y="3177540"/>
            <a:ext cx="2527950" cy="1371600"/>
          </a:xfrm>
          <a:prstGeom prst="chevron">
            <a:avLst/>
          </a:prstGeom>
          <a:solidFill>
            <a:srgbClr val="E7F4F8"/>
          </a:solidFill>
          <a:ln/>
        </p:spPr>
      </p:sp>
      <p:sp>
        <p:nvSpPr>
          <p:cNvPr id="31" name="Shape 29"/>
          <p:cNvSpPr/>
          <p:nvPr/>
        </p:nvSpPr>
        <p:spPr>
          <a:xfrm>
            <a:off x="9682033" y="3662172"/>
            <a:ext cx="402336" cy="402336"/>
          </a:xfrm>
          <a:prstGeom prst="ellipse">
            <a:avLst/>
          </a:prstGeom>
          <a:solidFill>
            <a:srgbClr val="071B2C"/>
          </a:solidFill>
          <a:ln/>
        </p:spPr>
      </p:sp>
      <p:sp>
        <p:nvSpPr>
          <p:cNvPr id="32" name="Text 30"/>
          <p:cNvSpPr/>
          <p:nvPr/>
        </p:nvSpPr>
        <p:spPr>
          <a:xfrm>
            <a:off x="9682033" y="3662172"/>
            <a:ext cx="402336" cy="402336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>
            <a:normAutofit/>
          </a:bodyPr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5</a:t>
            </a:r>
            <a:endParaRPr lang="en-US" sz="1400" dirty="0"/>
          </a:p>
        </p:txBody>
      </p:sp>
      <p:sp>
        <p:nvSpPr>
          <p:cNvPr id="33" name="Text 31"/>
          <p:cNvSpPr/>
          <p:nvPr/>
        </p:nvSpPr>
        <p:spPr>
          <a:xfrm>
            <a:off x="10184953" y="3561588"/>
            <a:ext cx="1567830" cy="292608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t">
            <a:normAutofit/>
          </a:bodyPr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050505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タイトル 6</a:t>
            </a:r>
            <a:endParaRPr lang="en-US" sz="1300" dirty="0"/>
          </a:p>
        </p:txBody>
      </p:sp>
      <p:sp>
        <p:nvSpPr>
          <p:cNvPr id="34" name="Text 32"/>
          <p:cNvSpPr/>
          <p:nvPr/>
        </p:nvSpPr>
        <p:spPr>
          <a:xfrm>
            <a:off x="10184953" y="3872484"/>
            <a:ext cx="1567830" cy="457200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t">
            <a:normAutofit/>
          </a:bodyPr>
          <a:lstStyle/>
          <a:p>
            <a:pPr algn="l" indent="0" marL="0">
              <a:buNone/>
            </a:pPr>
            <a:r>
              <a:rPr lang="en-US" sz="1050" dirty="0">
                <a:solidFill>
                  <a:srgbClr val="050505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Text 5</a:t>
            </a:r>
            <a:endParaRPr lang="en-US" sz="1050" dirty="0"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76072" y="320040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b">
            <a:normAutofit/>
          </a:bodyPr>
          <a:lstStyle/>
          <a:p>
            <a:pPr indent="0" marL="0">
              <a:buNone/>
            </a:pPr>
            <a:r>
              <a:rPr lang="en-US" sz="1400" dirty="0">
                <a:solidFill>
                  <a:srgbClr val="050505"/>
                </a:solidFill>
                <a:latin typeface="Yu Mincho Demibold" pitchFamily="34" charset="0"/>
                <a:ea typeface="Yu Mincho Demibold" pitchFamily="34" charset="-122"/>
                <a:cs typeface="Yu Mincho Demibold" pitchFamily="34" charset="-120"/>
              </a:rPr>
              <a:t>スライド型カタログ</a:t>
            </a:r>
            <a:endParaRPr lang="en-US" sz="1400" dirty="0"/>
          </a:p>
        </p:txBody>
      </p:sp>
      <p:sp>
        <p:nvSpPr>
          <p:cNvPr id="3" name="Text 1"/>
          <p:cNvSpPr/>
          <p:nvPr/>
        </p:nvSpPr>
        <p:spPr>
          <a:xfrm>
            <a:off x="7043623" y="411480"/>
            <a:ext cx="4572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800" dirty="0">
                <a:solidFill>
                  <a:srgbClr val="666B70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31  CHEVRON_VALUE_CHAIN</a:t>
            </a:r>
            <a:endParaRPr lang="en-US" sz="800" dirty="0"/>
          </a:p>
        </p:txBody>
      </p:sp>
      <p:sp>
        <p:nvSpPr>
          <p:cNvPr id="4" name="Shape 2"/>
          <p:cNvSpPr/>
          <p:nvPr/>
        </p:nvSpPr>
        <p:spPr>
          <a:xfrm>
            <a:off x="576072" y="784555"/>
            <a:ext cx="11039551" cy="0"/>
          </a:xfrm>
          <a:prstGeom prst="line">
            <a:avLst/>
          </a:prstGeom>
          <a:noFill/>
          <a:ln w="13970">
            <a:solidFill>
              <a:srgbClr val="050505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576072" y="914400"/>
            <a:ext cx="11039551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2200" dirty="0">
                <a:solidFill>
                  <a:srgbClr val="050505"/>
                </a:solidFill>
                <a:latin typeface="Yu Mincho Demibold" pitchFamily="34" charset="0"/>
                <a:ea typeface="Yu Mincho Demibold" pitchFamily="34" charset="-122"/>
                <a:cs typeface="Yu Mincho Demibold" pitchFamily="34" charset="-120"/>
              </a:rPr>
              <a:t>バリューチェーン</a:t>
            </a:r>
            <a:endParaRPr lang="en-US" sz="2200" dirty="0"/>
          </a:p>
        </p:txBody>
      </p:sp>
      <p:sp>
        <p:nvSpPr>
          <p:cNvPr id="6" name="Text 4"/>
          <p:cNvSpPr/>
          <p:nvPr/>
        </p:nvSpPr>
        <p:spPr>
          <a:xfrm>
            <a:off x="576072" y="6245352"/>
            <a:ext cx="89611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750" dirty="0">
                <a:solidFill>
                  <a:srgbClr val="666B70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出典：Source 1</a:t>
            </a:r>
            <a:endParaRPr lang="en-US" sz="750" dirty="0"/>
          </a:p>
        </p:txBody>
      </p:sp>
      <p:sp>
        <p:nvSpPr>
          <p:cNvPr id="7" name="Shape 5"/>
          <p:cNvSpPr/>
          <p:nvPr/>
        </p:nvSpPr>
        <p:spPr>
          <a:xfrm>
            <a:off x="576072" y="6483096"/>
            <a:ext cx="11039551" cy="0"/>
          </a:xfrm>
          <a:prstGeom prst="line">
            <a:avLst/>
          </a:prstGeom>
          <a:noFill/>
          <a:ln w="8890">
            <a:solidFill>
              <a:srgbClr val="D9DCDF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576072" y="6565392"/>
            <a:ext cx="54864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850" b="1" dirty="0">
                <a:solidFill>
                  <a:srgbClr val="050505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スライド型カタログ</a:t>
            </a:r>
            <a:endParaRPr lang="en-US" sz="850" dirty="0"/>
          </a:p>
        </p:txBody>
      </p:sp>
      <p:sp>
        <p:nvSpPr>
          <p:cNvPr id="9" name="Text 7"/>
          <p:cNvSpPr/>
          <p:nvPr/>
        </p:nvSpPr>
        <p:spPr>
          <a:xfrm>
            <a:off x="11249863" y="6565392"/>
            <a:ext cx="3657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666B70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32</a:t>
            </a:r>
            <a:endParaRPr lang="en-US" sz="750" dirty="0"/>
          </a:p>
        </p:txBody>
      </p:sp>
      <p:sp>
        <p:nvSpPr>
          <p:cNvPr id="10" name="Text 8"/>
          <p:cNvSpPr/>
          <p:nvPr/>
        </p:nvSpPr>
        <p:spPr>
          <a:xfrm>
            <a:off x="576072" y="1874520"/>
            <a:ext cx="11039551" cy="237744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t">
            <a:normAutofit/>
          </a:bodyPr>
          <a:lstStyle/>
          <a:p>
            <a:pPr algn="l" indent="0" marL="0">
              <a:buNone/>
            </a:pPr>
            <a:r>
              <a:rPr lang="en-US" sz="1150" b="1" dirty="0">
                <a:solidFill>
                  <a:srgbClr val="666B70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ラベル1</a:t>
            </a:r>
            <a:endParaRPr lang="en-US" sz="1150" dirty="0"/>
          </a:p>
        </p:txBody>
      </p:sp>
      <p:sp>
        <p:nvSpPr>
          <p:cNvPr id="11" name="Shape 9"/>
          <p:cNvSpPr/>
          <p:nvPr/>
        </p:nvSpPr>
        <p:spPr>
          <a:xfrm>
            <a:off x="576072" y="2185416"/>
            <a:ext cx="1733833" cy="411480"/>
          </a:xfrm>
          <a:prstGeom prst="homePlate">
            <a:avLst/>
          </a:prstGeom>
          <a:solidFill>
            <a:srgbClr val="071B2C"/>
          </a:solidFill>
          <a:ln/>
        </p:spPr>
      </p:sp>
      <p:sp>
        <p:nvSpPr>
          <p:cNvPr id="12" name="Text 10"/>
          <p:cNvSpPr/>
          <p:nvPr/>
        </p:nvSpPr>
        <p:spPr>
          <a:xfrm>
            <a:off x="685800" y="2185416"/>
            <a:ext cx="1368073" cy="411480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>
            <a:normAutofit/>
          </a:bodyPr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ラベル2</a:t>
            </a:r>
            <a:endParaRPr lang="en-US" sz="1050" dirty="0"/>
          </a:p>
        </p:txBody>
      </p:sp>
      <p:sp>
        <p:nvSpPr>
          <p:cNvPr id="13" name="Shape 11"/>
          <p:cNvSpPr/>
          <p:nvPr/>
        </p:nvSpPr>
        <p:spPr>
          <a:xfrm>
            <a:off x="2127025" y="2185416"/>
            <a:ext cx="1733833" cy="411480"/>
          </a:xfrm>
          <a:prstGeom prst="chevron">
            <a:avLst/>
          </a:prstGeom>
          <a:solidFill>
            <a:srgbClr val="071B2C"/>
          </a:solidFill>
          <a:ln/>
        </p:spPr>
      </p:sp>
      <p:sp>
        <p:nvSpPr>
          <p:cNvPr id="14" name="Text 12"/>
          <p:cNvSpPr/>
          <p:nvPr/>
        </p:nvSpPr>
        <p:spPr>
          <a:xfrm>
            <a:off x="2236753" y="2185416"/>
            <a:ext cx="1368073" cy="411480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>
            <a:normAutofit/>
          </a:bodyPr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ラベル3</a:t>
            </a:r>
            <a:endParaRPr lang="en-US" sz="1050" dirty="0"/>
          </a:p>
        </p:txBody>
      </p:sp>
      <p:sp>
        <p:nvSpPr>
          <p:cNvPr id="15" name="Shape 13"/>
          <p:cNvSpPr/>
          <p:nvPr/>
        </p:nvSpPr>
        <p:spPr>
          <a:xfrm>
            <a:off x="3677978" y="2185416"/>
            <a:ext cx="1733833" cy="411480"/>
          </a:xfrm>
          <a:prstGeom prst="chevron">
            <a:avLst/>
          </a:prstGeom>
          <a:solidFill>
            <a:srgbClr val="071B2C"/>
          </a:solidFill>
          <a:ln/>
        </p:spPr>
      </p:sp>
      <p:sp>
        <p:nvSpPr>
          <p:cNvPr id="16" name="Text 14"/>
          <p:cNvSpPr/>
          <p:nvPr/>
        </p:nvSpPr>
        <p:spPr>
          <a:xfrm>
            <a:off x="3787706" y="2185416"/>
            <a:ext cx="1368073" cy="411480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>
            <a:normAutofit/>
          </a:bodyPr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ラベル4</a:t>
            </a:r>
            <a:endParaRPr lang="en-US" sz="1050" dirty="0"/>
          </a:p>
        </p:txBody>
      </p:sp>
      <p:sp>
        <p:nvSpPr>
          <p:cNvPr id="17" name="Shape 15"/>
          <p:cNvSpPr/>
          <p:nvPr/>
        </p:nvSpPr>
        <p:spPr>
          <a:xfrm>
            <a:off x="5228931" y="2185416"/>
            <a:ext cx="1733833" cy="411480"/>
          </a:xfrm>
          <a:prstGeom prst="chevron">
            <a:avLst/>
          </a:prstGeom>
          <a:solidFill>
            <a:srgbClr val="071B2C"/>
          </a:solidFill>
          <a:ln/>
        </p:spPr>
      </p:sp>
      <p:sp>
        <p:nvSpPr>
          <p:cNvPr id="18" name="Text 16"/>
          <p:cNvSpPr/>
          <p:nvPr/>
        </p:nvSpPr>
        <p:spPr>
          <a:xfrm>
            <a:off x="5338659" y="2185416"/>
            <a:ext cx="1368073" cy="411480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>
            <a:normAutofit/>
          </a:bodyPr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ラベル5</a:t>
            </a:r>
            <a:endParaRPr lang="en-US" sz="1050" dirty="0"/>
          </a:p>
        </p:txBody>
      </p:sp>
      <p:sp>
        <p:nvSpPr>
          <p:cNvPr id="19" name="Shape 17"/>
          <p:cNvSpPr/>
          <p:nvPr/>
        </p:nvSpPr>
        <p:spPr>
          <a:xfrm>
            <a:off x="6779884" y="2185416"/>
            <a:ext cx="1733833" cy="411480"/>
          </a:xfrm>
          <a:prstGeom prst="chevron">
            <a:avLst/>
          </a:prstGeom>
          <a:solidFill>
            <a:srgbClr val="071B2C"/>
          </a:solidFill>
          <a:ln/>
        </p:spPr>
      </p:sp>
      <p:sp>
        <p:nvSpPr>
          <p:cNvPr id="20" name="Text 18"/>
          <p:cNvSpPr/>
          <p:nvPr/>
        </p:nvSpPr>
        <p:spPr>
          <a:xfrm>
            <a:off x="6889612" y="2185416"/>
            <a:ext cx="1368073" cy="411480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>
            <a:normAutofit/>
          </a:bodyPr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ラベル6</a:t>
            </a:r>
            <a:endParaRPr lang="en-US" sz="1050" dirty="0"/>
          </a:p>
        </p:txBody>
      </p:sp>
      <p:sp>
        <p:nvSpPr>
          <p:cNvPr id="21" name="Shape 19"/>
          <p:cNvSpPr/>
          <p:nvPr/>
        </p:nvSpPr>
        <p:spPr>
          <a:xfrm>
            <a:off x="8330837" y="2185416"/>
            <a:ext cx="1733833" cy="411480"/>
          </a:xfrm>
          <a:prstGeom prst="chevron">
            <a:avLst/>
          </a:prstGeom>
          <a:solidFill>
            <a:srgbClr val="071B2C"/>
          </a:solidFill>
          <a:ln/>
        </p:spPr>
      </p:sp>
      <p:sp>
        <p:nvSpPr>
          <p:cNvPr id="22" name="Text 20"/>
          <p:cNvSpPr/>
          <p:nvPr/>
        </p:nvSpPr>
        <p:spPr>
          <a:xfrm>
            <a:off x="8440565" y="2185416"/>
            <a:ext cx="1368073" cy="411480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>
            <a:normAutofit/>
          </a:bodyPr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ラベル7</a:t>
            </a:r>
            <a:endParaRPr lang="en-US" sz="1050" dirty="0"/>
          </a:p>
        </p:txBody>
      </p:sp>
      <p:sp>
        <p:nvSpPr>
          <p:cNvPr id="23" name="Shape 21"/>
          <p:cNvSpPr/>
          <p:nvPr/>
        </p:nvSpPr>
        <p:spPr>
          <a:xfrm>
            <a:off x="9881790" y="2185416"/>
            <a:ext cx="1733833" cy="411480"/>
          </a:xfrm>
          <a:prstGeom prst="chevron">
            <a:avLst/>
          </a:prstGeom>
          <a:solidFill>
            <a:srgbClr val="071B2C"/>
          </a:solidFill>
          <a:ln/>
        </p:spPr>
      </p:sp>
      <p:sp>
        <p:nvSpPr>
          <p:cNvPr id="24" name="Text 22"/>
          <p:cNvSpPr/>
          <p:nvPr/>
        </p:nvSpPr>
        <p:spPr>
          <a:xfrm>
            <a:off x="9991518" y="2185416"/>
            <a:ext cx="1368073" cy="411480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>
            <a:normAutofit/>
          </a:bodyPr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ラベル8</a:t>
            </a:r>
            <a:endParaRPr lang="en-US" sz="1050" dirty="0"/>
          </a:p>
        </p:txBody>
      </p:sp>
      <p:sp>
        <p:nvSpPr>
          <p:cNvPr id="25" name="Text 23"/>
          <p:cNvSpPr/>
          <p:nvPr/>
        </p:nvSpPr>
        <p:spPr>
          <a:xfrm>
            <a:off x="594360" y="2706624"/>
            <a:ext cx="1276633" cy="1106424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t">
            <a:normAutofit/>
          </a:bodyPr>
          <a:lstStyle/>
          <a:p>
            <a:pPr algn="l" indent="0" marL="0">
              <a:buNone/>
            </a:pPr>
            <a:r>
              <a:rPr lang="en-US" sz="1000" dirty="0">
                <a:solidFill>
                  <a:srgbClr val="050505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Text 1</a:t>
            </a:r>
            <a:endParaRPr lang="en-US" sz="1000" dirty="0"/>
          </a:p>
        </p:txBody>
      </p:sp>
      <p:sp>
        <p:nvSpPr>
          <p:cNvPr id="26" name="Shape 24"/>
          <p:cNvSpPr/>
          <p:nvPr/>
        </p:nvSpPr>
        <p:spPr>
          <a:xfrm>
            <a:off x="2145313" y="2724912"/>
            <a:ext cx="0" cy="1033272"/>
          </a:xfrm>
          <a:prstGeom prst="line">
            <a:avLst/>
          </a:prstGeom>
          <a:noFill/>
          <a:ln w="6350">
            <a:solidFill>
              <a:srgbClr val="D9DCDF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2255041" y="2706624"/>
            <a:ext cx="1276633" cy="1106424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t">
            <a:normAutofit/>
          </a:bodyPr>
          <a:lstStyle/>
          <a:p>
            <a:pPr algn="l" indent="0" marL="0">
              <a:buNone/>
            </a:pPr>
            <a:r>
              <a:rPr lang="en-US" sz="1000" dirty="0">
                <a:solidFill>
                  <a:srgbClr val="050505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Text 2</a:t>
            </a:r>
            <a:endParaRPr lang="en-US" sz="1000" dirty="0"/>
          </a:p>
        </p:txBody>
      </p:sp>
      <p:sp>
        <p:nvSpPr>
          <p:cNvPr id="28" name="Shape 26"/>
          <p:cNvSpPr/>
          <p:nvPr/>
        </p:nvSpPr>
        <p:spPr>
          <a:xfrm>
            <a:off x="3696266" y="2724912"/>
            <a:ext cx="0" cy="1033272"/>
          </a:xfrm>
          <a:prstGeom prst="line">
            <a:avLst/>
          </a:prstGeom>
          <a:noFill/>
          <a:ln w="6350">
            <a:solidFill>
              <a:srgbClr val="D9DCDF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3805994" y="2706624"/>
            <a:ext cx="1276633" cy="1106424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t">
            <a:normAutofit/>
          </a:bodyPr>
          <a:lstStyle/>
          <a:p>
            <a:pPr algn="l" indent="0" marL="0">
              <a:buNone/>
            </a:pPr>
            <a:r>
              <a:rPr lang="en-US" sz="1000" dirty="0">
                <a:solidFill>
                  <a:srgbClr val="050505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Text 3</a:t>
            </a:r>
            <a:endParaRPr lang="en-US" sz="1000" dirty="0"/>
          </a:p>
        </p:txBody>
      </p:sp>
      <p:sp>
        <p:nvSpPr>
          <p:cNvPr id="30" name="Shape 28"/>
          <p:cNvSpPr/>
          <p:nvPr/>
        </p:nvSpPr>
        <p:spPr>
          <a:xfrm>
            <a:off x="5247219" y="2724912"/>
            <a:ext cx="0" cy="1033272"/>
          </a:xfrm>
          <a:prstGeom prst="line">
            <a:avLst/>
          </a:prstGeom>
          <a:noFill/>
          <a:ln w="6350">
            <a:solidFill>
              <a:srgbClr val="D9DCDF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5356947" y="2706624"/>
            <a:ext cx="1276633" cy="1106424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t">
            <a:normAutofit/>
          </a:bodyPr>
          <a:lstStyle/>
          <a:p>
            <a:pPr algn="l" indent="0" marL="0">
              <a:buNone/>
            </a:pPr>
            <a:r>
              <a:rPr lang="en-US" sz="1000" dirty="0">
                <a:solidFill>
                  <a:srgbClr val="050505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Text 4</a:t>
            </a:r>
            <a:endParaRPr lang="en-US" sz="1000" dirty="0"/>
          </a:p>
        </p:txBody>
      </p:sp>
      <p:sp>
        <p:nvSpPr>
          <p:cNvPr id="32" name="Shape 30"/>
          <p:cNvSpPr/>
          <p:nvPr/>
        </p:nvSpPr>
        <p:spPr>
          <a:xfrm>
            <a:off x="6798172" y="2724912"/>
            <a:ext cx="0" cy="1033272"/>
          </a:xfrm>
          <a:prstGeom prst="line">
            <a:avLst/>
          </a:prstGeom>
          <a:noFill/>
          <a:ln w="6350">
            <a:solidFill>
              <a:srgbClr val="D9DCDF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6907900" y="2706624"/>
            <a:ext cx="1276633" cy="1106424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t">
            <a:normAutofit/>
          </a:bodyPr>
          <a:lstStyle/>
          <a:p>
            <a:pPr algn="l" indent="0" marL="0">
              <a:buNone/>
            </a:pPr>
            <a:r>
              <a:rPr lang="en-US" sz="1000" dirty="0">
                <a:solidFill>
                  <a:srgbClr val="050505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Text 5</a:t>
            </a:r>
            <a:endParaRPr lang="en-US" sz="1000" dirty="0"/>
          </a:p>
        </p:txBody>
      </p:sp>
      <p:sp>
        <p:nvSpPr>
          <p:cNvPr id="34" name="Shape 32"/>
          <p:cNvSpPr/>
          <p:nvPr/>
        </p:nvSpPr>
        <p:spPr>
          <a:xfrm>
            <a:off x="8349125" y="2724912"/>
            <a:ext cx="0" cy="1033272"/>
          </a:xfrm>
          <a:prstGeom prst="line">
            <a:avLst/>
          </a:prstGeom>
          <a:noFill/>
          <a:ln w="6350">
            <a:solidFill>
              <a:srgbClr val="D9DCDF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8458853" y="2706624"/>
            <a:ext cx="1276633" cy="1106424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t">
            <a:normAutofit/>
          </a:bodyPr>
          <a:lstStyle/>
          <a:p>
            <a:pPr algn="l" indent="0" marL="0">
              <a:buNone/>
            </a:pPr>
            <a:r>
              <a:rPr lang="en-US" sz="1000" dirty="0">
                <a:solidFill>
                  <a:srgbClr val="050505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Text 6</a:t>
            </a:r>
            <a:endParaRPr lang="en-US" sz="1000" dirty="0"/>
          </a:p>
        </p:txBody>
      </p:sp>
      <p:sp>
        <p:nvSpPr>
          <p:cNvPr id="36" name="Shape 34"/>
          <p:cNvSpPr/>
          <p:nvPr/>
        </p:nvSpPr>
        <p:spPr>
          <a:xfrm>
            <a:off x="9900078" y="2724912"/>
            <a:ext cx="0" cy="1033272"/>
          </a:xfrm>
          <a:prstGeom prst="line">
            <a:avLst/>
          </a:prstGeom>
          <a:noFill/>
          <a:ln w="6350">
            <a:solidFill>
              <a:srgbClr val="D9DCDF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10009806" y="2706624"/>
            <a:ext cx="1276633" cy="1106424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t">
            <a:normAutofit/>
          </a:bodyPr>
          <a:lstStyle/>
          <a:p>
            <a:pPr algn="l" indent="0" marL="0">
              <a:buNone/>
            </a:pPr>
            <a:r>
              <a:rPr lang="en-US" sz="1000" dirty="0">
                <a:solidFill>
                  <a:srgbClr val="050505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Text 7</a:t>
            </a:r>
            <a:endParaRPr lang="en-US" sz="1000" dirty="0"/>
          </a:p>
        </p:txBody>
      </p:sp>
      <p:sp>
        <p:nvSpPr>
          <p:cNvPr id="38" name="Text 36"/>
          <p:cNvSpPr/>
          <p:nvPr/>
        </p:nvSpPr>
        <p:spPr>
          <a:xfrm>
            <a:off x="576072" y="4041648"/>
            <a:ext cx="11039551" cy="237744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t">
            <a:normAutofit/>
          </a:bodyPr>
          <a:lstStyle/>
          <a:p>
            <a:pPr algn="l" indent="0" marL="0">
              <a:buNone/>
            </a:pPr>
            <a:r>
              <a:rPr lang="en-US" sz="1150" b="1" dirty="0">
                <a:solidFill>
                  <a:srgbClr val="666B70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ラベル9</a:t>
            </a:r>
            <a:endParaRPr lang="en-US" sz="1150" dirty="0"/>
          </a:p>
        </p:txBody>
      </p:sp>
      <p:sp>
        <p:nvSpPr>
          <p:cNvPr id="39" name="Shape 37"/>
          <p:cNvSpPr/>
          <p:nvPr/>
        </p:nvSpPr>
        <p:spPr>
          <a:xfrm>
            <a:off x="576072" y="4352544"/>
            <a:ext cx="1733833" cy="411480"/>
          </a:xfrm>
          <a:prstGeom prst="homePlate">
            <a:avLst/>
          </a:prstGeom>
          <a:solidFill>
            <a:srgbClr val="79C8DC"/>
          </a:solidFill>
          <a:ln/>
        </p:spPr>
      </p:sp>
      <p:sp>
        <p:nvSpPr>
          <p:cNvPr id="40" name="Text 38"/>
          <p:cNvSpPr/>
          <p:nvPr/>
        </p:nvSpPr>
        <p:spPr>
          <a:xfrm>
            <a:off x="685800" y="4352544"/>
            <a:ext cx="1368073" cy="411480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>
            <a:normAutofit/>
          </a:bodyPr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050505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ラベル10</a:t>
            </a:r>
            <a:endParaRPr lang="en-US" sz="1050" dirty="0"/>
          </a:p>
        </p:txBody>
      </p:sp>
      <p:sp>
        <p:nvSpPr>
          <p:cNvPr id="41" name="Shape 39"/>
          <p:cNvSpPr/>
          <p:nvPr/>
        </p:nvSpPr>
        <p:spPr>
          <a:xfrm>
            <a:off x="2127025" y="4352544"/>
            <a:ext cx="1733833" cy="411480"/>
          </a:xfrm>
          <a:prstGeom prst="chevron">
            <a:avLst/>
          </a:prstGeom>
          <a:solidFill>
            <a:srgbClr val="79C8DC"/>
          </a:solidFill>
          <a:ln/>
        </p:spPr>
      </p:sp>
      <p:sp>
        <p:nvSpPr>
          <p:cNvPr id="42" name="Text 40"/>
          <p:cNvSpPr/>
          <p:nvPr/>
        </p:nvSpPr>
        <p:spPr>
          <a:xfrm>
            <a:off x="2236753" y="4352544"/>
            <a:ext cx="1368073" cy="411480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>
            <a:normAutofit/>
          </a:bodyPr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050505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ラベル11</a:t>
            </a:r>
            <a:endParaRPr lang="en-US" sz="1050" dirty="0"/>
          </a:p>
        </p:txBody>
      </p:sp>
      <p:sp>
        <p:nvSpPr>
          <p:cNvPr id="43" name="Shape 41"/>
          <p:cNvSpPr/>
          <p:nvPr/>
        </p:nvSpPr>
        <p:spPr>
          <a:xfrm>
            <a:off x="3677978" y="4352544"/>
            <a:ext cx="1733833" cy="411480"/>
          </a:xfrm>
          <a:prstGeom prst="chevron">
            <a:avLst/>
          </a:prstGeom>
          <a:solidFill>
            <a:srgbClr val="79C8DC"/>
          </a:solidFill>
          <a:ln/>
        </p:spPr>
      </p:sp>
      <p:sp>
        <p:nvSpPr>
          <p:cNvPr id="44" name="Text 42"/>
          <p:cNvSpPr/>
          <p:nvPr/>
        </p:nvSpPr>
        <p:spPr>
          <a:xfrm>
            <a:off x="3787706" y="4352544"/>
            <a:ext cx="1368073" cy="411480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>
            <a:normAutofit/>
          </a:bodyPr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050505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ラベル12</a:t>
            </a:r>
            <a:endParaRPr lang="en-US" sz="1050" dirty="0"/>
          </a:p>
        </p:txBody>
      </p:sp>
      <p:sp>
        <p:nvSpPr>
          <p:cNvPr id="45" name="Shape 43"/>
          <p:cNvSpPr/>
          <p:nvPr/>
        </p:nvSpPr>
        <p:spPr>
          <a:xfrm>
            <a:off x="5228931" y="4352544"/>
            <a:ext cx="1733833" cy="411480"/>
          </a:xfrm>
          <a:prstGeom prst="chevron">
            <a:avLst/>
          </a:prstGeom>
          <a:solidFill>
            <a:srgbClr val="79C8DC"/>
          </a:solidFill>
          <a:ln/>
        </p:spPr>
      </p:sp>
      <p:sp>
        <p:nvSpPr>
          <p:cNvPr id="46" name="Text 44"/>
          <p:cNvSpPr/>
          <p:nvPr/>
        </p:nvSpPr>
        <p:spPr>
          <a:xfrm>
            <a:off x="5338659" y="4352544"/>
            <a:ext cx="1368073" cy="411480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>
            <a:normAutofit/>
          </a:bodyPr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050505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ラベル13</a:t>
            </a:r>
            <a:endParaRPr lang="en-US" sz="1050" dirty="0"/>
          </a:p>
        </p:txBody>
      </p:sp>
      <p:sp>
        <p:nvSpPr>
          <p:cNvPr id="47" name="Shape 45"/>
          <p:cNvSpPr/>
          <p:nvPr/>
        </p:nvSpPr>
        <p:spPr>
          <a:xfrm>
            <a:off x="6779884" y="4352544"/>
            <a:ext cx="1733833" cy="411480"/>
          </a:xfrm>
          <a:prstGeom prst="chevron">
            <a:avLst/>
          </a:prstGeom>
          <a:solidFill>
            <a:srgbClr val="79C8DC"/>
          </a:solidFill>
          <a:ln/>
        </p:spPr>
      </p:sp>
      <p:sp>
        <p:nvSpPr>
          <p:cNvPr id="48" name="Text 46"/>
          <p:cNvSpPr/>
          <p:nvPr/>
        </p:nvSpPr>
        <p:spPr>
          <a:xfrm>
            <a:off x="6889612" y="4352544"/>
            <a:ext cx="1368073" cy="411480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>
            <a:normAutofit/>
          </a:bodyPr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050505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ラベル14</a:t>
            </a:r>
            <a:endParaRPr lang="en-US" sz="1050" dirty="0"/>
          </a:p>
        </p:txBody>
      </p:sp>
      <p:sp>
        <p:nvSpPr>
          <p:cNvPr id="49" name="Shape 47"/>
          <p:cNvSpPr/>
          <p:nvPr/>
        </p:nvSpPr>
        <p:spPr>
          <a:xfrm>
            <a:off x="8330837" y="4352544"/>
            <a:ext cx="1733833" cy="411480"/>
          </a:xfrm>
          <a:prstGeom prst="chevron">
            <a:avLst/>
          </a:prstGeom>
          <a:solidFill>
            <a:srgbClr val="79C8DC"/>
          </a:solidFill>
          <a:ln/>
        </p:spPr>
      </p:sp>
      <p:sp>
        <p:nvSpPr>
          <p:cNvPr id="50" name="Text 48"/>
          <p:cNvSpPr/>
          <p:nvPr/>
        </p:nvSpPr>
        <p:spPr>
          <a:xfrm>
            <a:off x="8440565" y="4352544"/>
            <a:ext cx="1368073" cy="411480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>
            <a:normAutofit/>
          </a:bodyPr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050505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ラベル15</a:t>
            </a:r>
            <a:endParaRPr lang="en-US" sz="1050" dirty="0"/>
          </a:p>
        </p:txBody>
      </p:sp>
      <p:sp>
        <p:nvSpPr>
          <p:cNvPr id="51" name="Shape 49"/>
          <p:cNvSpPr/>
          <p:nvPr/>
        </p:nvSpPr>
        <p:spPr>
          <a:xfrm>
            <a:off x="9881790" y="4352544"/>
            <a:ext cx="1733833" cy="411480"/>
          </a:xfrm>
          <a:prstGeom prst="chevron">
            <a:avLst/>
          </a:prstGeom>
          <a:solidFill>
            <a:srgbClr val="79C8DC"/>
          </a:solidFill>
          <a:ln/>
        </p:spPr>
      </p:sp>
      <p:sp>
        <p:nvSpPr>
          <p:cNvPr id="52" name="Text 50"/>
          <p:cNvSpPr/>
          <p:nvPr/>
        </p:nvSpPr>
        <p:spPr>
          <a:xfrm>
            <a:off x="9991518" y="4352544"/>
            <a:ext cx="1368073" cy="411480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>
            <a:normAutofit/>
          </a:bodyPr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050505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ラベル16</a:t>
            </a:r>
            <a:endParaRPr lang="en-US" sz="1050" dirty="0"/>
          </a:p>
        </p:txBody>
      </p:sp>
      <p:sp>
        <p:nvSpPr>
          <p:cNvPr id="53" name="Text 51"/>
          <p:cNvSpPr/>
          <p:nvPr/>
        </p:nvSpPr>
        <p:spPr>
          <a:xfrm>
            <a:off x="594360" y="4873752"/>
            <a:ext cx="1276633" cy="1106424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t">
            <a:normAutofit/>
          </a:bodyPr>
          <a:lstStyle/>
          <a:p>
            <a:pPr algn="l" indent="0" marL="0">
              <a:buNone/>
            </a:pPr>
            <a:r>
              <a:rPr lang="en-US" sz="1000" dirty="0">
                <a:solidFill>
                  <a:srgbClr val="050505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Text 8</a:t>
            </a:r>
            <a:endParaRPr lang="en-US" sz="1000" dirty="0"/>
          </a:p>
        </p:txBody>
      </p:sp>
      <p:sp>
        <p:nvSpPr>
          <p:cNvPr id="54" name="Shape 52"/>
          <p:cNvSpPr/>
          <p:nvPr/>
        </p:nvSpPr>
        <p:spPr>
          <a:xfrm>
            <a:off x="2145313" y="4892040"/>
            <a:ext cx="0" cy="1033272"/>
          </a:xfrm>
          <a:prstGeom prst="line">
            <a:avLst/>
          </a:prstGeom>
          <a:noFill/>
          <a:ln w="6350">
            <a:solidFill>
              <a:srgbClr val="D9DCDF"/>
            </a:solidFill>
            <a:prstDash val="solid"/>
          </a:ln>
        </p:spPr>
      </p:sp>
      <p:sp>
        <p:nvSpPr>
          <p:cNvPr id="55" name="Text 53"/>
          <p:cNvSpPr/>
          <p:nvPr/>
        </p:nvSpPr>
        <p:spPr>
          <a:xfrm>
            <a:off x="2255041" y="4873752"/>
            <a:ext cx="1276633" cy="1106424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t">
            <a:normAutofit/>
          </a:bodyPr>
          <a:lstStyle/>
          <a:p>
            <a:pPr algn="l" indent="0" marL="0">
              <a:buNone/>
            </a:pPr>
            <a:r>
              <a:rPr lang="en-US" sz="1000" dirty="0">
                <a:solidFill>
                  <a:srgbClr val="050505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Text 9</a:t>
            </a:r>
            <a:endParaRPr lang="en-US" sz="1000" dirty="0"/>
          </a:p>
        </p:txBody>
      </p:sp>
      <p:sp>
        <p:nvSpPr>
          <p:cNvPr id="56" name="Shape 54"/>
          <p:cNvSpPr/>
          <p:nvPr/>
        </p:nvSpPr>
        <p:spPr>
          <a:xfrm>
            <a:off x="3696266" y="4892040"/>
            <a:ext cx="0" cy="1033272"/>
          </a:xfrm>
          <a:prstGeom prst="line">
            <a:avLst/>
          </a:prstGeom>
          <a:noFill/>
          <a:ln w="6350">
            <a:solidFill>
              <a:srgbClr val="D9DCDF"/>
            </a:solidFill>
            <a:prstDash val="solid"/>
          </a:ln>
        </p:spPr>
      </p:sp>
      <p:sp>
        <p:nvSpPr>
          <p:cNvPr id="57" name="Text 55"/>
          <p:cNvSpPr/>
          <p:nvPr/>
        </p:nvSpPr>
        <p:spPr>
          <a:xfrm>
            <a:off x="3805994" y="4873752"/>
            <a:ext cx="1276633" cy="1106424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t">
            <a:normAutofit/>
          </a:bodyPr>
          <a:lstStyle/>
          <a:p>
            <a:pPr algn="l" indent="0" marL="0">
              <a:buNone/>
            </a:pPr>
            <a:r>
              <a:rPr lang="en-US" sz="1000" dirty="0">
                <a:solidFill>
                  <a:srgbClr val="050505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Text 10</a:t>
            </a:r>
            <a:endParaRPr lang="en-US" sz="1000" dirty="0"/>
          </a:p>
        </p:txBody>
      </p:sp>
      <p:sp>
        <p:nvSpPr>
          <p:cNvPr id="58" name="Shape 56"/>
          <p:cNvSpPr/>
          <p:nvPr/>
        </p:nvSpPr>
        <p:spPr>
          <a:xfrm>
            <a:off x="5247219" y="4892040"/>
            <a:ext cx="0" cy="1033272"/>
          </a:xfrm>
          <a:prstGeom prst="line">
            <a:avLst/>
          </a:prstGeom>
          <a:noFill/>
          <a:ln w="6350">
            <a:solidFill>
              <a:srgbClr val="D9DCDF"/>
            </a:solidFill>
            <a:prstDash val="solid"/>
          </a:ln>
        </p:spPr>
      </p:sp>
      <p:sp>
        <p:nvSpPr>
          <p:cNvPr id="59" name="Text 57"/>
          <p:cNvSpPr/>
          <p:nvPr/>
        </p:nvSpPr>
        <p:spPr>
          <a:xfrm>
            <a:off x="5356947" y="4873752"/>
            <a:ext cx="1276633" cy="1106424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t">
            <a:normAutofit/>
          </a:bodyPr>
          <a:lstStyle/>
          <a:p>
            <a:pPr algn="l" indent="0" marL="0">
              <a:buNone/>
            </a:pPr>
            <a:r>
              <a:rPr lang="en-US" sz="1000" dirty="0">
                <a:solidFill>
                  <a:srgbClr val="050505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Text 11</a:t>
            </a:r>
            <a:endParaRPr lang="en-US" sz="1000" dirty="0"/>
          </a:p>
        </p:txBody>
      </p:sp>
      <p:sp>
        <p:nvSpPr>
          <p:cNvPr id="60" name="Shape 58"/>
          <p:cNvSpPr/>
          <p:nvPr/>
        </p:nvSpPr>
        <p:spPr>
          <a:xfrm>
            <a:off x="6798172" y="4892040"/>
            <a:ext cx="0" cy="1033272"/>
          </a:xfrm>
          <a:prstGeom prst="line">
            <a:avLst/>
          </a:prstGeom>
          <a:noFill/>
          <a:ln w="6350">
            <a:solidFill>
              <a:srgbClr val="D9DCDF"/>
            </a:solidFill>
            <a:prstDash val="solid"/>
          </a:ln>
        </p:spPr>
      </p:sp>
      <p:sp>
        <p:nvSpPr>
          <p:cNvPr id="61" name="Text 59"/>
          <p:cNvSpPr/>
          <p:nvPr/>
        </p:nvSpPr>
        <p:spPr>
          <a:xfrm>
            <a:off x="6907900" y="4873752"/>
            <a:ext cx="1276633" cy="1106424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t">
            <a:normAutofit/>
          </a:bodyPr>
          <a:lstStyle/>
          <a:p>
            <a:pPr algn="l" indent="0" marL="0">
              <a:buNone/>
            </a:pPr>
            <a:r>
              <a:rPr lang="en-US" sz="1000" dirty="0">
                <a:solidFill>
                  <a:srgbClr val="050505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Text 12</a:t>
            </a:r>
            <a:endParaRPr lang="en-US" sz="1000" dirty="0"/>
          </a:p>
        </p:txBody>
      </p:sp>
      <p:sp>
        <p:nvSpPr>
          <p:cNvPr id="62" name="Shape 60"/>
          <p:cNvSpPr/>
          <p:nvPr/>
        </p:nvSpPr>
        <p:spPr>
          <a:xfrm>
            <a:off x="8349125" y="4892040"/>
            <a:ext cx="0" cy="1033272"/>
          </a:xfrm>
          <a:prstGeom prst="line">
            <a:avLst/>
          </a:prstGeom>
          <a:noFill/>
          <a:ln w="6350">
            <a:solidFill>
              <a:srgbClr val="D9DCDF"/>
            </a:solidFill>
            <a:prstDash val="solid"/>
          </a:ln>
        </p:spPr>
      </p:sp>
      <p:sp>
        <p:nvSpPr>
          <p:cNvPr id="63" name="Text 61"/>
          <p:cNvSpPr/>
          <p:nvPr/>
        </p:nvSpPr>
        <p:spPr>
          <a:xfrm>
            <a:off x="8458853" y="4873752"/>
            <a:ext cx="1276633" cy="1106424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t">
            <a:normAutofit/>
          </a:bodyPr>
          <a:lstStyle/>
          <a:p>
            <a:pPr algn="l" indent="0" marL="0">
              <a:buNone/>
            </a:pPr>
            <a:r>
              <a:rPr lang="en-US" sz="1000" dirty="0">
                <a:solidFill>
                  <a:srgbClr val="050505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Text 13</a:t>
            </a:r>
            <a:endParaRPr lang="en-US" sz="1000" dirty="0"/>
          </a:p>
        </p:txBody>
      </p:sp>
      <p:sp>
        <p:nvSpPr>
          <p:cNvPr id="64" name="Shape 62"/>
          <p:cNvSpPr/>
          <p:nvPr/>
        </p:nvSpPr>
        <p:spPr>
          <a:xfrm>
            <a:off x="9900078" y="4892040"/>
            <a:ext cx="0" cy="1033272"/>
          </a:xfrm>
          <a:prstGeom prst="line">
            <a:avLst/>
          </a:prstGeom>
          <a:noFill/>
          <a:ln w="6350">
            <a:solidFill>
              <a:srgbClr val="D9DCDF"/>
            </a:solidFill>
            <a:prstDash val="solid"/>
          </a:ln>
        </p:spPr>
      </p:sp>
      <p:sp>
        <p:nvSpPr>
          <p:cNvPr id="65" name="Text 63"/>
          <p:cNvSpPr/>
          <p:nvPr/>
        </p:nvSpPr>
        <p:spPr>
          <a:xfrm>
            <a:off x="10009806" y="4873752"/>
            <a:ext cx="1276633" cy="1106424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t">
            <a:normAutofit/>
          </a:bodyPr>
          <a:lstStyle/>
          <a:p>
            <a:pPr algn="l" indent="0" marL="0">
              <a:buNone/>
            </a:pPr>
            <a:r>
              <a:rPr lang="en-US" sz="1000" dirty="0">
                <a:solidFill>
                  <a:srgbClr val="050505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Text 14</a:t>
            </a:r>
            <a:endParaRPr lang="en-US" sz="1000" dirty="0"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76072" y="320040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b">
            <a:normAutofit/>
          </a:bodyPr>
          <a:lstStyle/>
          <a:p>
            <a:pPr indent="0" marL="0">
              <a:buNone/>
            </a:pPr>
            <a:r>
              <a:rPr lang="en-US" sz="1400" dirty="0">
                <a:solidFill>
                  <a:srgbClr val="050505"/>
                </a:solidFill>
                <a:latin typeface="Yu Mincho Demibold" pitchFamily="34" charset="0"/>
                <a:ea typeface="Yu Mincho Demibold" pitchFamily="34" charset="-122"/>
                <a:cs typeface="Yu Mincho Demibold" pitchFamily="34" charset="-120"/>
              </a:rPr>
              <a:t>スライド型カタログ</a:t>
            </a:r>
            <a:endParaRPr lang="en-US" sz="1400" dirty="0"/>
          </a:p>
        </p:txBody>
      </p:sp>
      <p:sp>
        <p:nvSpPr>
          <p:cNvPr id="3" name="Text 1"/>
          <p:cNvSpPr/>
          <p:nvPr/>
        </p:nvSpPr>
        <p:spPr>
          <a:xfrm>
            <a:off x="7043623" y="411480"/>
            <a:ext cx="4572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800" dirty="0">
                <a:solidFill>
                  <a:srgbClr val="666B70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32  DECISION_FORK</a:t>
            </a:r>
            <a:endParaRPr lang="en-US" sz="800" dirty="0"/>
          </a:p>
        </p:txBody>
      </p:sp>
      <p:sp>
        <p:nvSpPr>
          <p:cNvPr id="4" name="Shape 2"/>
          <p:cNvSpPr/>
          <p:nvPr/>
        </p:nvSpPr>
        <p:spPr>
          <a:xfrm>
            <a:off x="576072" y="784555"/>
            <a:ext cx="11039551" cy="0"/>
          </a:xfrm>
          <a:prstGeom prst="line">
            <a:avLst/>
          </a:prstGeom>
          <a:noFill/>
          <a:ln w="13970">
            <a:solidFill>
              <a:srgbClr val="050505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576072" y="914400"/>
            <a:ext cx="11039551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2200" dirty="0">
                <a:solidFill>
                  <a:srgbClr val="050505"/>
                </a:solidFill>
                <a:latin typeface="Yu Mincho Demibold" pitchFamily="34" charset="0"/>
                <a:ea typeface="Yu Mincho Demibold" pitchFamily="34" charset="-122"/>
                <a:cs typeface="Yu Mincho Demibold" pitchFamily="34" charset="-120"/>
              </a:rPr>
              <a:t>分岐と判断</a:t>
            </a:r>
            <a:endParaRPr lang="en-US" sz="2200" dirty="0"/>
          </a:p>
        </p:txBody>
      </p:sp>
      <p:sp>
        <p:nvSpPr>
          <p:cNvPr id="6" name="Text 4"/>
          <p:cNvSpPr/>
          <p:nvPr/>
        </p:nvSpPr>
        <p:spPr>
          <a:xfrm>
            <a:off x="576072" y="6245352"/>
            <a:ext cx="89611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750" dirty="0">
                <a:solidFill>
                  <a:srgbClr val="666B70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出典：Source 1</a:t>
            </a:r>
            <a:endParaRPr lang="en-US" sz="750" dirty="0"/>
          </a:p>
        </p:txBody>
      </p:sp>
      <p:sp>
        <p:nvSpPr>
          <p:cNvPr id="7" name="Shape 5"/>
          <p:cNvSpPr/>
          <p:nvPr/>
        </p:nvSpPr>
        <p:spPr>
          <a:xfrm>
            <a:off x="576072" y="6483096"/>
            <a:ext cx="11039551" cy="0"/>
          </a:xfrm>
          <a:prstGeom prst="line">
            <a:avLst/>
          </a:prstGeom>
          <a:noFill/>
          <a:ln w="8890">
            <a:solidFill>
              <a:srgbClr val="D9DCDF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576072" y="6565392"/>
            <a:ext cx="54864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850" b="1" dirty="0">
                <a:solidFill>
                  <a:srgbClr val="050505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スライド型カタログ</a:t>
            </a:r>
            <a:endParaRPr lang="en-US" sz="850" dirty="0"/>
          </a:p>
        </p:txBody>
      </p:sp>
      <p:sp>
        <p:nvSpPr>
          <p:cNvPr id="9" name="Text 7"/>
          <p:cNvSpPr/>
          <p:nvPr/>
        </p:nvSpPr>
        <p:spPr>
          <a:xfrm>
            <a:off x="11249863" y="6565392"/>
            <a:ext cx="3657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666B70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33</a:t>
            </a:r>
            <a:endParaRPr lang="en-US" sz="750" dirty="0"/>
          </a:p>
        </p:txBody>
      </p:sp>
      <p:sp>
        <p:nvSpPr>
          <p:cNvPr id="10" name="Shape 8"/>
          <p:cNvSpPr/>
          <p:nvPr/>
        </p:nvSpPr>
        <p:spPr>
          <a:xfrm>
            <a:off x="576072" y="2894076"/>
            <a:ext cx="54864" cy="1280160"/>
          </a:xfrm>
          <a:prstGeom prst="rect">
            <a:avLst/>
          </a:prstGeom>
          <a:solidFill>
            <a:srgbClr val="1E5F8C"/>
          </a:solidFill>
          <a:ln/>
        </p:spPr>
      </p:sp>
      <p:sp>
        <p:nvSpPr>
          <p:cNvPr id="11" name="Text 9"/>
          <p:cNvSpPr/>
          <p:nvPr/>
        </p:nvSpPr>
        <p:spPr>
          <a:xfrm>
            <a:off x="832104" y="2939796"/>
            <a:ext cx="3767328" cy="1188720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t">
            <a:normAutofit/>
          </a:bodyPr>
          <a:lstStyle/>
          <a:p>
            <a:pPr algn="l" indent="0" marL="0">
              <a:buNone/>
            </a:pPr>
            <a:r>
              <a:rPr lang="en-US" sz="1700" b="1" dirty="0">
                <a:solidFill>
                  <a:srgbClr val="050505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問い 1：検討すべき問いを記載</a:t>
            </a:r>
            <a:endParaRPr lang="en-US" sz="1700" dirty="0"/>
          </a:p>
        </p:txBody>
      </p:sp>
      <p:sp>
        <p:nvSpPr>
          <p:cNvPr id="12" name="Shape 10"/>
          <p:cNvSpPr/>
          <p:nvPr/>
        </p:nvSpPr>
        <p:spPr>
          <a:xfrm>
            <a:off x="4873752" y="2674620"/>
            <a:ext cx="0" cy="2377440"/>
          </a:xfrm>
          <a:prstGeom prst="line">
            <a:avLst/>
          </a:prstGeom>
          <a:noFill/>
          <a:ln w="12700">
            <a:solidFill>
              <a:srgbClr val="D9DCDF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4873752" y="2674620"/>
            <a:ext cx="274320" cy="0"/>
          </a:xfrm>
          <a:prstGeom prst="line">
            <a:avLst/>
          </a:prstGeom>
          <a:noFill/>
          <a:ln w="9525">
            <a:solidFill>
              <a:srgbClr val="D9DCDF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5148072" y="2162556"/>
            <a:ext cx="6467551" cy="1024128"/>
          </a:xfrm>
          <a:prstGeom prst="rect">
            <a:avLst/>
          </a:prstGeom>
          <a:ln w="9525">
            <a:solidFill>
              <a:srgbClr val="D9DCDF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5376672" y="2272284"/>
            <a:ext cx="6010351" cy="274320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t">
            <a:normAutofit/>
          </a:bodyPr>
          <a:lstStyle/>
          <a:p>
            <a:pPr algn="l" indent="0" marL="0">
              <a:buNone/>
            </a:pPr>
            <a:r>
              <a:rPr lang="en-US" sz="1450" b="1" dirty="0">
                <a:solidFill>
                  <a:srgbClr val="050505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ラベル1</a:t>
            </a:r>
            <a:endParaRPr lang="en-US" sz="1450" dirty="0"/>
          </a:p>
        </p:txBody>
      </p:sp>
      <p:sp>
        <p:nvSpPr>
          <p:cNvPr id="16" name="Text 14"/>
          <p:cNvSpPr/>
          <p:nvPr/>
        </p:nvSpPr>
        <p:spPr>
          <a:xfrm>
            <a:off x="5376672" y="2583180"/>
            <a:ext cx="6010351" cy="310896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t">
            <a:normAutofit/>
          </a:bodyPr>
          <a:lstStyle/>
          <a:p>
            <a:pPr algn="l" indent="0" marL="0">
              <a:buNone/>
            </a:pPr>
            <a:r>
              <a:rPr lang="en-US" sz="1200" dirty="0">
                <a:solidFill>
                  <a:srgbClr val="050505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Text 1</a:t>
            </a:r>
            <a:endParaRPr lang="en-US" sz="1200" dirty="0"/>
          </a:p>
        </p:txBody>
      </p:sp>
      <p:sp>
        <p:nvSpPr>
          <p:cNvPr id="17" name="Text 15"/>
          <p:cNvSpPr/>
          <p:nvPr/>
        </p:nvSpPr>
        <p:spPr>
          <a:xfrm>
            <a:off x="5376672" y="2930652"/>
            <a:ext cx="6010351" cy="219456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t">
            <a:normAutofit/>
          </a:bodyPr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666B70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Text 2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4873752" y="3863340"/>
            <a:ext cx="274320" cy="0"/>
          </a:xfrm>
          <a:prstGeom prst="line">
            <a:avLst/>
          </a:prstGeom>
          <a:noFill/>
          <a:ln w="20320">
            <a:solidFill>
              <a:srgbClr val="1E5F8C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5148072" y="3351276"/>
            <a:ext cx="6467551" cy="1024128"/>
          </a:xfrm>
          <a:prstGeom prst="rect">
            <a:avLst/>
          </a:prstGeom>
          <a:ln w="20320">
            <a:solidFill>
              <a:srgbClr val="1E5F8C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5376672" y="3461004"/>
            <a:ext cx="6010351" cy="274320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t">
            <a:normAutofit/>
          </a:bodyPr>
          <a:lstStyle/>
          <a:p>
            <a:pPr algn="l" indent="0" marL="0">
              <a:buNone/>
            </a:pPr>
            <a:r>
              <a:rPr lang="en-US" sz="1450" b="1" dirty="0">
                <a:solidFill>
                  <a:srgbClr val="050505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ラベル2</a:t>
            </a:r>
            <a:endParaRPr lang="en-US" sz="1450" dirty="0"/>
          </a:p>
        </p:txBody>
      </p:sp>
      <p:sp>
        <p:nvSpPr>
          <p:cNvPr id="21" name="Text 19"/>
          <p:cNvSpPr/>
          <p:nvPr/>
        </p:nvSpPr>
        <p:spPr>
          <a:xfrm>
            <a:off x="5376672" y="3771900"/>
            <a:ext cx="6010351" cy="310896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t">
            <a:normAutofit/>
          </a:bodyPr>
          <a:lstStyle/>
          <a:p>
            <a:pPr algn="l" indent="0" marL="0">
              <a:buNone/>
            </a:pPr>
            <a:r>
              <a:rPr lang="en-US" sz="1200" dirty="0">
                <a:solidFill>
                  <a:srgbClr val="050505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Text 3</a:t>
            </a:r>
            <a:endParaRPr lang="en-US" sz="1200" dirty="0"/>
          </a:p>
        </p:txBody>
      </p:sp>
      <p:sp>
        <p:nvSpPr>
          <p:cNvPr id="22" name="Text 20"/>
          <p:cNvSpPr/>
          <p:nvPr/>
        </p:nvSpPr>
        <p:spPr>
          <a:xfrm>
            <a:off x="5376672" y="4119372"/>
            <a:ext cx="6010351" cy="219456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t">
            <a:normAutofit/>
          </a:bodyPr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666B70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Text 4</a:t>
            </a:r>
            <a:endParaRPr lang="en-US" sz="1100" dirty="0"/>
          </a:p>
        </p:txBody>
      </p:sp>
      <p:sp>
        <p:nvSpPr>
          <p:cNvPr id="23" name="Shape 21"/>
          <p:cNvSpPr/>
          <p:nvPr/>
        </p:nvSpPr>
        <p:spPr>
          <a:xfrm>
            <a:off x="4873752" y="5052060"/>
            <a:ext cx="274320" cy="0"/>
          </a:xfrm>
          <a:prstGeom prst="line">
            <a:avLst/>
          </a:prstGeom>
          <a:noFill/>
          <a:ln w="9525">
            <a:solidFill>
              <a:srgbClr val="D9DCDF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5148072" y="4539996"/>
            <a:ext cx="6467551" cy="1024128"/>
          </a:xfrm>
          <a:prstGeom prst="rect">
            <a:avLst/>
          </a:prstGeom>
          <a:ln w="9525">
            <a:solidFill>
              <a:srgbClr val="D9DCDF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5376672" y="4649724"/>
            <a:ext cx="6010351" cy="274320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t">
            <a:normAutofit/>
          </a:bodyPr>
          <a:lstStyle/>
          <a:p>
            <a:pPr algn="l" indent="0" marL="0">
              <a:buNone/>
            </a:pPr>
            <a:r>
              <a:rPr lang="en-US" sz="1450" b="1" dirty="0">
                <a:solidFill>
                  <a:srgbClr val="050505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ラベル3</a:t>
            </a:r>
            <a:endParaRPr lang="en-US" sz="1450" dirty="0"/>
          </a:p>
        </p:txBody>
      </p:sp>
      <p:sp>
        <p:nvSpPr>
          <p:cNvPr id="26" name="Text 24"/>
          <p:cNvSpPr/>
          <p:nvPr/>
        </p:nvSpPr>
        <p:spPr>
          <a:xfrm>
            <a:off x="5376672" y="4960620"/>
            <a:ext cx="6010351" cy="310896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t">
            <a:normAutofit/>
          </a:bodyPr>
          <a:lstStyle/>
          <a:p>
            <a:pPr algn="l" indent="0" marL="0">
              <a:buNone/>
            </a:pPr>
            <a:r>
              <a:rPr lang="en-US" sz="1200" dirty="0">
                <a:solidFill>
                  <a:srgbClr val="050505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Text 5</a:t>
            </a:r>
            <a:endParaRPr lang="en-US" sz="1200" dirty="0"/>
          </a:p>
        </p:txBody>
      </p:sp>
      <p:sp>
        <p:nvSpPr>
          <p:cNvPr id="27" name="Text 25"/>
          <p:cNvSpPr/>
          <p:nvPr/>
        </p:nvSpPr>
        <p:spPr>
          <a:xfrm>
            <a:off x="5376672" y="5308092"/>
            <a:ext cx="6010351" cy="219456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t">
            <a:normAutofit/>
          </a:bodyPr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666B70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Text 6</a:t>
            </a:r>
            <a:endParaRPr lang="en-US" sz="1100" dirty="0"/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76072" y="320040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b">
            <a:normAutofit/>
          </a:bodyPr>
          <a:lstStyle/>
          <a:p>
            <a:pPr indent="0" marL="0">
              <a:buNone/>
            </a:pPr>
            <a:r>
              <a:rPr lang="en-US" sz="1400" dirty="0">
                <a:solidFill>
                  <a:srgbClr val="050505"/>
                </a:solidFill>
                <a:latin typeface="Yu Mincho Demibold" pitchFamily="34" charset="0"/>
                <a:ea typeface="Yu Mincho Demibold" pitchFamily="34" charset="-122"/>
                <a:cs typeface="Yu Mincho Demibold" pitchFamily="34" charset="-120"/>
              </a:rPr>
              <a:t>スライド型カタログ</a:t>
            </a:r>
            <a:endParaRPr lang="en-US" sz="1400" dirty="0"/>
          </a:p>
        </p:txBody>
      </p:sp>
      <p:sp>
        <p:nvSpPr>
          <p:cNvPr id="3" name="Text 1"/>
          <p:cNvSpPr/>
          <p:nvPr/>
        </p:nvSpPr>
        <p:spPr>
          <a:xfrm>
            <a:off x="7043623" y="411480"/>
            <a:ext cx="4572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800" dirty="0">
                <a:solidFill>
                  <a:srgbClr val="666B70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33  ROADMAP</a:t>
            </a:r>
            <a:endParaRPr lang="en-US" sz="800" dirty="0"/>
          </a:p>
        </p:txBody>
      </p:sp>
      <p:sp>
        <p:nvSpPr>
          <p:cNvPr id="4" name="Shape 2"/>
          <p:cNvSpPr/>
          <p:nvPr/>
        </p:nvSpPr>
        <p:spPr>
          <a:xfrm>
            <a:off x="576072" y="784555"/>
            <a:ext cx="11039551" cy="0"/>
          </a:xfrm>
          <a:prstGeom prst="line">
            <a:avLst/>
          </a:prstGeom>
          <a:noFill/>
          <a:ln w="13970">
            <a:solidFill>
              <a:srgbClr val="050505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576072" y="914400"/>
            <a:ext cx="11039551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2200" dirty="0">
                <a:solidFill>
                  <a:srgbClr val="050505"/>
                </a:solidFill>
                <a:latin typeface="Yu Mincho Demibold" pitchFamily="34" charset="0"/>
                <a:ea typeface="Yu Mincho Demibold" pitchFamily="34" charset="-122"/>
                <a:cs typeface="Yu Mincho Demibold" pitchFamily="34" charset="-120"/>
              </a:rPr>
              <a:t>ロードマップ</a:t>
            </a:r>
            <a:endParaRPr lang="en-US" sz="2200" dirty="0"/>
          </a:p>
        </p:txBody>
      </p:sp>
      <p:sp>
        <p:nvSpPr>
          <p:cNvPr id="6" name="Text 4"/>
          <p:cNvSpPr/>
          <p:nvPr/>
        </p:nvSpPr>
        <p:spPr>
          <a:xfrm>
            <a:off x="576072" y="6245352"/>
            <a:ext cx="89611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750" dirty="0">
                <a:solidFill>
                  <a:srgbClr val="666B70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出典：Source 1</a:t>
            </a:r>
            <a:endParaRPr lang="en-US" sz="750" dirty="0"/>
          </a:p>
        </p:txBody>
      </p:sp>
      <p:sp>
        <p:nvSpPr>
          <p:cNvPr id="7" name="Shape 5"/>
          <p:cNvSpPr/>
          <p:nvPr/>
        </p:nvSpPr>
        <p:spPr>
          <a:xfrm>
            <a:off x="576072" y="6483096"/>
            <a:ext cx="11039551" cy="0"/>
          </a:xfrm>
          <a:prstGeom prst="line">
            <a:avLst/>
          </a:prstGeom>
          <a:noFill/>
          <a:ln w="8890">
            <a:solidFill>
              <a:srgbClr val="D9DCDF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576072" y="6565392"/>
            <a:ext cx="54864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850" b="1" dirty="0">
                <a:solidFill>
                  <a:srgbClr val="050505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スライド型カタログ</a:t>
            </a:r>
            <a:endParaRPr lang="en-US" sz="850" dirty="0"/>
          </a:p>
        </p:txBody>
      </p:sp>
      <p:sp>
        <p:nvSpPr>
          <p:cNvPr id="9" name="Text 7"/>
          <p:cNvSpPr/>
          <p:nvPr/>
        </p:nvSpPr>
        <p:spPr>
          <a:xfrm>
            <a:off x="11249863" y="6565392"/>
            <a:ext cx="3657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666B70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34</a:t>
            </a:r>
            <a:endParaRPr lang="en-US" sz="750" dirty="0"/>
          </a:p>
        </p:txBody>
      </p:sp>
      <p:sp>
        <p:nvSpPr>
          <p:cNvPr id="10" name="Shape 8"/>
          <p:cNvSpPr/>
          <p:nvPr/>
        </p:nvSpPr>
        <p:spPr>
          <a:xfrm>
            <a:off x="576072" y="2583180"/>
            <a:ext cx="2741600" cy="0"/>
          </a:xfrm>
          <a:prstGeom prst="line">
            <a:avLst/>
          </a:prstGeom>
          <a:noFill/>
          <a:ln w="13970">
            <a:solidFill>
              <a:srgbClr val="050505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704088" y="2793492"/>
            <a:ext cx="2531288" cy="347472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t">
            <a:normAutofit/>
          </a:bodyPr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1E5F8C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タイトル 2</a:t>
            </a:r>
            <a:endParaRPr lang="en-US" sz="1600" dirty="0"/>
          </a:p>
        </p:txBody>
      </p:sp>
      <p:sp>
        <p:nvSpPr>
          <p:cNvPr id="12" name="Text 10"/>
          <p:cNvSpPr/>
          <p:nvPr/>
        </p:nvSpPr>
        <p:spPr>
          <a:xfrm>
            <a:off x="704088" y="3342132"/>
            <a:ext cx="2485568" cy="1371600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t">
            <a:normAutofit/>
          </a:bodyPr>
          <a:lstStyle/>
          <a:p>
            <a:pPr algn="l" indent="0" marL="0">
              <a:buNone/>
            </a:pPr>
            <a:r>
              <a:rPr lang="en-US" sz="1120" dirty="0">
                <a:solidFill>
                  <a:srgbClr val="666B70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Text 1</a:t>
            </a:r>
            <a:endParaRPr lang="en-US" sz="1120" dirty="0"/>
          </a:p>
        </p:txBody>
      </p:sp>
      <p:sp>
        <p:nvSpPr>
          <p:cNvPr id="13" name="Shape 11"/>
          <p:cNvSpPr/>
          <p:nvPr/>
        </p:nvSpPr>
        <p:spPr>
          <a:xfrm>
            <a:off x="3335960" y="2583180"/>
            <a:ext cx="2741600" cy="0"/>
          </a:xfrm>
          <a:prstGeom prst="line">
            <a:avLst/>
          </a:prstGeom>
          <a:noFill/>
          <a:ln w="13970">
            <a:solidFill>
              <a:srgbClr val="050505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3335960" y="2583180"/>
            <a:ext cx="0" cy="2560320"/>
          </a:xfrm>
          <a:prstGeom prst="line">
            <a:avLst/>
          </a:prstGeom>
          <a:noFill/>
          <a:ln w="6350">
            <a:solidFill>
              <a:srgbClr val="D9DCDF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463976" y="2793492"/>
            <a:ext cx="2531288" cy="347472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t">
            <a:normAutofit/>
          </a:bodyPr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1E5F8C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タイトル 3</a:t>
            </a:r>
            <a:endParaRPr lang="en-US" sz="1600" dirty="0"/>
          </a:p>
        </p:txBody>
      </p:sp>
      <p:sp>
        <p:nvSpPr>
          <p:cNvPr id="16" name="Text 14"/>
          <p:cNvSpPr/>
          <p:nvPr/>
        </p:nvSpPr>
        <p:spPr>
          <a:xfrm>
            <a:off x="3463976" y="3342132"/>
            <a:ext cx="2485568" cy="1371600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t">
            <a:normAutofit/>
          </a:bodyPr>
          <a:lstStyle/>
          <a:p>
            <a:pPr algn="l" indent="0" marL="0">
              <a:buNone/>
            </a:pPr>
            <a:r>
              <a:rPr lang="en-US" sz="1120" dirty="0">
                <a:solidFill>
                  <a:srgbClr val="666B70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Text 2</a:t>
            </a:r>
            <a:endParaRPr lang="en-US" sz="1120" dirty="0"/>
          </a:p>
        </p:txBody>
      </p:sp>
      <p:sp>
        <p:nvSpPr>
          <p:cNvPr id="17" name="Shape 15"/>
          <p:cNvSpPr/>
          <p:nvPr/>
        </p:nvSpPr>
        <p:spPr>
          <a:xfrm>
            <a:off x="6095848" y="2583180"/>
            <a:ext cx="2741600" cy="0"/>
          </a:xfrm>
          <a:prstGeom prst="line">
            <a:avLst/>
          </a:prstGeom>
          <a:noFill/>
          <a:ln w="13970">
            <a:solidFill>
              <a:srgbClr val="050505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6095848" y="2583180"/>
            <a:ext cx="0" cy="2560320"/>
          </a:xfrm>
          <a:prstGeom prst="line">
            <a:avLst/>
          </a:prstGeom>
          <a:noFill/>
          <a:ln w="6350">
            <a:solidFill>
              <a:srgbClr val="D9DCDF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6223864" y="2793492"/>
            <a:ext cx="2531288" cy="347472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t">
            <a:normAutofit/>
          </a:bodyPr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1E5F8C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タイトル 4</a:t>
            </a:r>
            <a:endParaRPr lang="en-US" sz="1600" dirty="0"/>
          </a:p>
        </p:txBody>
      </p:sp>
      <p:sp>
        <p:nvSpPr>
          <p:cNvPr id="20" name="Text 18"/>
          <p:cNvSpPr/>
          <p:nvPr/>
        </p:nvSpPr>
        <p:spPr>
          <a:xfrm>
            <a:off x="6223864" y="3342132"/>
            <a:ext cx="2485568" cy="1371600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t">
            <a:normAutofit/>
          </a:bodyPr>
          <a:lstStyle/>
          <a:p>
            <a:pPr algn="l" indent="0" marL="0">
              <a:buNone/>
            </a:pPr>
            <a:r>
              <a:rPr lang="en-US" sz="1120" dirty="0">
                <a:solidFill>
                  <a:srgbClr val="666B70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Text 3</a:t>
            </a:r>
            <a:endParaRPr lang="en-US" sz="1120" dirty="0"/>
          </a:p>
        </p:txBody>
      </p:sp>
      <p:sp>
        <p:nvSpPr>
          <p:cNvPr id="21" name="Shape 19"/>
          <p:cNvSpPr/>
          <p:nvPr/>
        </p:nvSpPr>
        <p:spPr>
          <a:xfrm>
            <a:off x="8855735" y="2583180"/>
            <a:ext cx="2741600" cy="0"/>
          </a:xfrm>
          <a:prstGeom prst="line">
            <a:avLst/>
          </a:prstGeom>
          <a:noFill/>
          <a:ln w="13970">
            <a:solidFill>
              <a:srgbClr val="050505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8855735" y="2583180"/>
            <a:ext cx="0" cy="2560320"/>
          </a:xfrm>
          <a:prstGeom prst="line">
            <a:avLst/>
          </a:prstGeom>
          <a:noFill/>
          <a:ln w="6350">
            <a:solidFill>
              <a:srgbClr val="D9DCDF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8983751" y="2793492"/>
            <a:ext cx="2531288" cy="347472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t">
            <a:normAutofit/>
          </a:bodyPr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1E5F8C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タイトル 5</a:t>
            </a:r>
            <a:endParaRPr lang="en-US" sz="1600" dirty="0"/>
          </a:p>
        </p:txBody>
      </p:sp>
      <p:sp>
        <p:nvSpPr>
          <p:cNvPr id="24" name="Text 22"/>
          <p:cNvSpPr/>
          <p:nvPr/>
        </p:nvSpPr>
        <p:spPr>
          <a:xfrm>
            <a:off x="8983751" y="3342132"/>
            <a:ext cx="2485568" cy="1371600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t">
            <a:normAutofit/>
          </a:bodyPr>
          <a:lstStyle/>
          <a:p>
            <a:pPr algn="l" indent="0" marL="0">
              <a:buNone/>
            </a:pPr>
            <a:r>
              <a:rPr lang="en-US" sz="1120" dirty="0">
                <a:solidFill>
                  <a:srgbClr val="666B70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Text 4</a:t>
            </a:r>
            <a:endParaRPr lang="en-US" sz="1120" dirty="0"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76072" y="320040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b">
            <a:normAutofit/>
          </a:bodyPr>
          <a:lstStyle/>
          <a:p>
            <a:pPr indent="0" marL="0">
              <a:buNone/>
            </a:pPr>
            <a:r>
              <a:rPr lang="en-US" sz="1400" dirty="0">
                <a:solidFill>
                  <a:srgbClr val="050505"/>
                </a:solidFill>
                <a:latin typeface="Yu Mincho Demibold" pitchFamily="34" charset="0"/>
                <a:ea typeface="Yu Mincho Demibold" pitchFamily="34" charset="-122"/>
                <a:cs typeface="Yu Mincho Demibold" pitchFamily="34" charset="-120"/>
              </a:rPr>
              <a:t>スライド型カタログ</a:t>
            </a:r>
            <a:endParaRPr lang="en-US" sz="1400" dirty="0"/>
          </a:p>
        </p:txBody>
      </p:sp>
      <p:sp>
        <p:nvSpPr>
          <p:cNvPr id="3" name="Text 1"/>
          <p:cNvSpPr/>
          <p:nvPr/>
        </p:nvSpPr>
        <p:spPr>
          <a:xfrm>
            <a:off x="7043623" y="411480"/>
            <a:ext cx="4572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800" dirty="0">
                <a:solidFill>
                  <a:srgbClr val="666B70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34  GANTT</a:t>
            </a:r>
            <a:endParaRPr lang="en-US" sz="800" dirty="0"/>
          </a:p>
        </p:txBody>
      </p:sp>
      <p:sp>
        <p:nvSpPr>
          <p:cNvPr id="4" name="Shape 2"/>
          <p:cNvSpPr/>
          <p:nvPr/>
        </p:nvSpPr>
        <p:spPr>
          <a:xfrm>
            <a:off x="576072" y="784555"/>
            <a:ext cx="11039551" cy="0"/>
          </a:xfrm>
          <a:prstGeom prst="line">
            <a:avLst/>
          </a:prstGeom>
          <a:noFill/>
          <a:ln w="13970">
            <a:solidFill>
              <a:srgbClr val="050505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576072" y="914400"/>
            <a:ext cx="11039551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2200" dirty="0">
                <a:solidFill>
                  <a:srgbClr val="050505"/>
                </a:solidFill>
                <a:latin typeface="Yu Mincho Demibold" pitchFamily="34" charset="0"/>
                <a:ea typeface="Yu Mincho Demibold" pitchFamily="34" charset="-122"/>
                <a:cs typeface="Yu Mincho Demibold" pitchFamily="34" charset="-120"/>
              </a:rPr>
              <a:t>ガントチャート</a:t>
            </a:r>
            <a:endParaRPr lang="en-US" sz="2200" dirty="0"/>
          </a:p>
        </p:txBody>
      </p:sp>
      <p:sp>
        <p:nvSpPr>
          <p:cNvPr id="6" name="Text 4"/>
          <p:cNvSpPr/>
          <p:nvPr/>
        </p:nvSpPr>
        <p:spPr>
          <a:xfrm>
            <a:off x="576072" y="6245352"/>
            <a:ext cx="89611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750" dirty="0">
                <a:solidFill>
                  <a:srgbClr val="666B70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出典：Source 1</a:t>
            </a:r>
            <a:endParaRPr lang="en-US" sz="750" dirty="0"/>
          </a:p>
        </p:txBody>
      </p:sp>
      <p:sp>
        <p:nvSpPr>
          <p:cNvPr id="7" name="Shape 5"/>
          <p:cNvSpPr/>
          <p:nvPr/>
        </p:nvSpPr>
        <p:spPr>
          <a:xfrm>
            <a:off x="576072" y="6483096"/>
            <a:ext cx="11039551" cy="0"/>
          </a:xfrm>
          <a:prstGeom prst="line">
            <a:avLst/>
          </a:prstGeom>
          <a:noFill/>
          <a:ln w="8890">
            <a:solidFill>
              <a:srgbClr val="D9DCDF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576072" y="6565392"/>
            <a:ext cx="54864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850" b="1" dirty="0">
                <a:solidFill>
                  <a:srgbClr val="050505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スライド型カタログ</a:t>
            </a:r>
            <a:endParaRPr lang="en-US" sz="850" dirty="0"/>
          </a:p>
        </p:txBody>
      </p:sp>
      <p:sp>
        <p:nvSpPr>
          <p:cNvPr id="9" name="Text 7"/>
          <p:cNvSpPr/>
          <p:nvPr/>
        </p:nvSpPr>
        <p:spPr>
          <a:xfrm>
            <a:off x="11249863" y="6565392"/>
            <a:ext cx="3657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666B70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35</a:t>
            </a:r>
            <a:endParaRPr lang="en-US" sz="750" dirty="0"/>
          </a:p>
        </p:txBody>
      </p:sp>
      <p:sp>
        <p:nvSpPr>
          <p:cNvPr id="10" name="Shape 8"/>
          <p:cNvSpPr/>
          <p:nvPr/>
        </p:nvSpPr>
        <p:spPr>
          <a:xfrm>
            <a:off x="3776472" y="1828800"/>
            <a:ext cx="5879363" cy="292608"/>
          </a:xfrm>
          <a:prstGeom prst="rect">
            <a:avLst/>
          </a:prstGeom>
          <a:ln w="9525">
            <a:solidFill>
              <a:srgbClr val="D9DCDF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3776472" y="1828800"/>
            <a:ext cx="5879363" cy="292608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>
            <a:normAutofit/>
          </a:bodyPr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050505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ラベル13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9655835" y="1828800"/>
            <a:ext cx="1959788" cy="292608"/>
          </a:xfrm>
          <a:prstGeom prst="rect">
            <a:avLst/>
          </a:prstGeom>
          <a:ln w="9525">
            <a:solidFill>
              <a:srgbClr val="D9DCDF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9655835" y="1828800"/>
            <a:ext cx="1959788" cy="292608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>
            <a:normAutofit/>
          </a:bodyPr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050505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ラベル14</a:t>
            </a:r>
            <a:endParaRPr lang="en-US" sz="1200" dirty="0"/>
          </a:p>
        </p:txBody>
      </p:sp>
      <p:sp>
        <p:nvSpPr>
          <p:cNvPr id="14" name="Text 12"/>
          <p:cNvSpPr/>
          <p:nvPr/>
        </p:nvSpPr>
        <p:spPr>
          <a:xfrm>
            <a:off x="3776472" y="2157984"/>
            <a:ext cx="653263" cy="274320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t">
            <a:normAutofit/>
          </a:bodyPr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050505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ラベル1</a:t>
            </a:r>
            <a:endParaRPr lang="en-US" sz="1050" dirty="0"/>
          </a:p>
        </p:txBody>
      </p:sp>
      <p:sp>
        <p:nvSpPr>
          <p:cNvPr id="15" name="Text 13"/>
          <p:cNvSpPr/>
          <p:nvPr/>
        </p:nvSpPr>
        <p:spPr>
          <a:xfrm>
            <a:off x="4429735" y="2157984"/>
            <a:ext cx="653263" cy="274320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t">
            <a:normAutofit/>
          </a:bodyPr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050505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ラベル2</a:t>
            </a:r>
            <a:endParaRPr lang="en-US" sz="1050" dirty="0"/>
          </a:p>
        </p:txBody>
      </p:sp>
      <p:sp>
        <p:nvSpPr>
          <p:cNvPr id="16" name="Text 14"/>
          <p:cNvSpPr/>
          <p:nvPr/>
        </p:nvSpPr>
        <p:spPr>
          <a:xfrm>
            <a:off x="5082997" y="2157984"/>
            <a:ext cx="653263" cy="274320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t">
            <a:normAutofit/>
          </a:bodyPr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050505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ラベル3</a:t>
            </a:r>
            <a:endParaRPr lang="en-US" sz="1050" dirty="0"/>
          </a:p>
        </p:txBody>
      </p:sp>
      <p:sp>
        <p:nvSpPr>
          <p:cNvPr id="17" name="Text 15"/>
          <p:cNvSpPr/>
          <p:nvPr/>
        </p:nvSpPr>
        <p:spPr>
          <a:xfrm>
            <a:off x="5736260" y="2157984"/>
            <a:ext cx="653263" cy="274320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t">
            <a:normAutofit/>
          </a:bodyPr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050505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ラベル4</a:t>
            </a:r>
            <a:endParaRPr lang="en-US" sz="1050" dirty="0"/>
          </a:p>
        </p:txBody>
      </p:sp>
      <p:sp>
        <p:nvSpPr>
          <p:cNvPr id="18" name="Text 16"/>
          <p:cNvSpPr/>
          <p:nvPr/>
        </p:nvSpPr>
        <p:spPr>
          <a:xfrm>
            <a:off x="6389522" y="2157984"/>
            <a:ext cx="653263" cy="274320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t">
            <a:normAutofit/>
          </a:bodyPr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050505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ラベル5</a:t>
            </a:r>
            <a:endParaRPr lang="en-US" sz="1050" dirty="0"/>
          </a:p>
        </p:txBody>
      </p:sp>
      <p:sp>
        <p:nvSpPr>
          <p:cNvPr id="19" name="Text 17"/>
          <p:cNvSpPr/>
          <p:nvPr/>
        </p:nvSpPr>
        <p:spPr>
          <a:xfrm>
            <a:off x="7042785" y="2157984"/>
            <a:ext cx="653263" cy="274320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t">
            <a:normAutofit/>
          </a:bodyPr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050505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ラベル6</a:t>
            </a:r>
            <a:endParaRPr lang="en-US" sz="1050" dirty="0"/>
          </a:p>
        </p:txBody>
      </p:sp>
      <p:sp>
        <p:nvSpPr>
          <p:cNvPr id="20" name="Text 18"/>
          <p:cNvSpPr/>
          <p:nvPr/>
        </p:nvSpPr>
        <p:spPr>
          <a:xfrm>
            <a:off x="7696048" y="2157984"/>
            <a:ext cx="653263" cy="274320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t">
            <a:normAutofit/>
          </a:bodyPr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050505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ラベル7</a:t>
            </a:r>
            <a:endParaRPr lang="en-US" sz="1050" dirty="0"/>
          </a:p>
        </p:txBody>
      </p:sp>
      <p:sp>
        <p:nvSpPr>
          <p:cNvPr id="21" name="Text 19"/>
          <p:cNvSpPr/>
          <p:nvPr/>
        </p:nvSpPr>
        <p:spPr>
          <a:xfrm>
            <a:off x="8349310" y="2157984"/>
            <a:ext cx="653263" cy="274320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t">
            <a:normAutofit/>
          </a:bodyPr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050505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ラベル8</a:t>
            </a:r>
            <a:endParaRPr lang="en-US" sz="1050" dirty="0"/>
          </a:p>
        </p:txBody>
      </p:sp>
      <p:sp>
        <p:nvSpPr>
          <p:cNvPr id="22" name="Text 20"/>
          <p:cNvSpPr/>
          <p:nvPr/>
        </p:nvSpPr>
        <p:spPr>
          <a:xfrm>
            <a:off x="9002573" y="2157984"/>
            <a:ext cx="653263" cy="274320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t">
            <a:normAutofit/>
          </a:bodyPr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050505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ラベル9</a:t>
            </a:r>
            <a:endParaRPr lang="en-US" sz="1050" dirty="0"/>
          </a:p>
        </p:txBody>
      </p:sp>
      <p:sp>
        <p:nvSpPr>
          <p:cNvPr id="23" name="Text 21"/>
          <p:cNvSpPr/>
          <p:nvPr/>
        </p:nvSpPr>
        <p:spPr>
          <a:xfrm>
            <a:off x="9655835" y="2157984"/>
            <a:ext cx="653263" cy="274320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t">
            <a:normAutofit/>
          </a:bodyPr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050505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ラベル10</a:t>
            </a:r>
            <a:endParaRPr lang="en-US" sz="1050" dirty="0"/>
          </a:p>
        </p:txBody>
      </p:sp>
      <p:sp>
        <p:nvSpPr>
          <p:cNvPr id="24" name="Text 22"/>
          <p:cNvSpPr/>
          <p:nvPr/>
        </p:nvSpPr>
        <p:spPr>
          <a:xfrm>
            <a:off x="10309098" y="2157984"/>
            <a:ext cx="653263" cy="274320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t">
            <a:normAutofit/>
          </a:bodyPr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050505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ラベル11</a:t>
            </a:r>
            <a:endParaRPr lang="en-US" sz="1050" dirty="0"/>
          </a:p>
        </p:txBody>
      </p:sp>
      <p:sp>
        <p:nvSpPr>
          <p:cNvPr id="25" name="Text 23"/>
          <p:cNvSpPr/>
          <p:nvPr/>
        </p:nvSpPr>
        <p:spPr>
          <a:xfrm>
            <a:off x="10962361" y="2157984"/>
            <a:ext cx="653263" cy="274320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t">
            <a:normAutofit/>
          </a:bodyPr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050505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ラベル12</a:t>
            </a:r>
            <a:endParaRPr lang="en-US" sz="1050" dirty="0"/>
          </a:p>
        </p:txBody>
      </p:sp>
      <p:sp>
        <p:nvSpPr>
          <p:cNvPr id="26" name="Shape 24"/>
          <p:cNvSpPr/>
          <p:nvPr/>
        </p:nvSpPr>
        <p:spPr>
          <a:xfrm>
            <a:off x="576072" y="2468880"/>
            <a:ext cx="11039551" cy="0"/>
          </a:xfrm>
          <a:prstGeom prst="line">
            <a:avLst/>
          </a:prstGeom>
          <a:noFill/>
          <a:ln w="17780">
            <a:solidFill>
              <a:srgbClr val="050505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4011663" y="2542032"/>
            <a:ext cx="182880" cy="164592"/>
          </a:xfrm>
          <a:prstGeom prst="triangle">
            <a:avLst/>
          </a:prstGeom>
          <a:solidFill>
            <a:srgbClr val="050505"/>
          </a:solidFill>
          <a:ln/>
        </p:spPr>
      </p:sp>
      <p:sp>
        <p:nvSpPr>
          <p:cNvPr id="28" name="Text 26"/>
          <p:cNvSpPr/>
          <p:nvPr/>
        </p:nvSpPr>
        <p:spPr>
          <a:xfrm>
            <a:off x="3234423" y="2724912"/>
            <a:ext cx="1737360" cy="201168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t">
            <a:normAutofit/>
          </a:bodyPr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050505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ラベル15</a:t>
            </a:r>
            <a:endParaRPr lang="en-US" sz="900" dirty="0"/>
          </a:p>
        </p:txBody>
      </p:sp>
      <p:sp>
        <p:nvSpPr>
          <p:cNvPr id="29" name="Shape 27"/>
          <p:cNvSpPr/>
          <p:nvPr/>
        </p:nvSpPr>
        <p:spPr>
          <a:xfrm>
            <a:off x="5318189" y="2542032"/>
            <a:ext cx="182880" cy="164592"/>
          </a:xfrm>
          <a:prstGeom prst="triangle">
            <a:avLst/>
          </a:prstGeom>
          <a:solidFill>
            <a:srgbClr val="050505"/>
          </a:solidFill>
          <a:ln/>
        </p:spPr>
      </p:sp>
      <p:sp>
        <p:nvSpPr>
          <p:cNvPr id="30" name="Text 28"/>
          <p:cNvSpPr/>
          <p:nvPr/>
        </p:nvSpPr>
        <p:spPr>
          <a:xfrm>
            <a:off x="4540949" y="2724912"/>
            <a:ext cx="1737360" cy="201168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t">
            <a:normAutofit/>
          </a:bodyPr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050505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ラベル16</a:t>
            </a:r>
            <a:endParaRPr lang="en-US" sz="900" dirty="0"/>
          </a:p>
        </p:txBody>
      </p:sp>
      <p:sp>
        <p:nvSpPr>
          <p:cNvPr id="31" name="Shape 29"/>
          <p:cNvSpPr/>
          <p:nvPr/>
        </p:nvSpPr>
        <p:spPr>
          <a:xfrm>
            <a:off x="7277976" y="2542032"/>
            <a:ext cx="182880" cy="164592"/>
          </a:xfrm>
          <a:prstGeom prst="triangle">
            <a:avLst/>
          </a:prstGeom>
          <a:solidFill>
            <a:srgbClr val="050505"/>
          </a:solidFill>
          <a:ln/>
        </p:spPr>
      </p:sp>
      <p:sp>
        <p:nvSpPr>
          <p:cNvPr id="32" name="Text 30"/>
          <p:cNvSpPr/>
          <p:nvPr/>
        </p:nvSpPr>
        <p:spPr>
          <a:xfrm>
            <a:off x="6500736" y="2724912"/>
            <a:ext cx="1737360" cy="201168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t">
            <a:normAutofit/>
          </a:bodyPr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050505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ラベル17</a:t>
            </a:r>
            <a:endParaRPr lang="en-US" sz="900" dirty="0"/>
          </a:p>
        </p:txBody>
      </p:sp>
      <p:sp>
        <p:nvSpPr>
          <p:cNvPr id="33" name="Shape 31"/>
          <p:cNvSpPr/>
          <p:nvPr/>
        </p:nvSpPr>
        <p:spPr>
          <a:xfrm>
            <a:off x="9237764" y="2542032"/>
            <a:ext cx="182880" cy="164592"/>
          </a:xfrm>
          <a:prstGeom prst="triangle">
            <a:avLst/>
          </a:prstGeom>
          <a:solidFill>
            <a:srgbClr val="050505"/>
          </a:solidFill>
          <a:ln/>
        </p:spPr>
      </p:sp>
      <p:sp>
        <p:nvSpPr>
          <p:cNvPr id="34" name="Text 32"/>
          <p:cNvSpPr/>
          <p:nvPr/>
        </p:nvSpPr>
        <p:spPr>
          <a:xfrm>
            <a:off x="8460524" y="2724912"/>
            <a:ext cx="1737360" cy="201168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t">
            <a:normAutofit/>
          </a:bodyPr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050505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ラベル18</a:t>
            </a:r>
            <a:endParaRPr lang="en-US" sz="900" dirty="0"/>
          </a:p>
        </p:txBody>
      </p:sp>
      <p:sp>
        <p:nvSpPr>
          <p:cNvPr id="35" name="Shape 33"/>
          <p:cNvSpPr/>
          <p:nvPr/>
        </p:nvSpPr>
        <p:spPr>
          <a:xfrm>
            <a:off x="11197552" y="2542032"/>
            <a:ext cx="182880" cy="164592"/>
          </a:xfrm>
          <a:prstGeom prst="triangle">
            <a:avLst/>
          </a:prstGeom>
          <a:solidFill>
            <a:srgbClr val="050505"/>
          </a:solidFill>
          <a:ln/>
        </p:spPr>
      </p:sp>
      <p:sp>
        <p:nvSpPr>
          <p:cNvPr id="36" name="Text 34"/>
          <p:cNvSpPr/>
          <p:nvPr/>
        </p:nvSpPr>
        <p:spPr>
          <a:xfrm>
            <a:off x="10420312" y="2724912"/>
            <a:ext cx="1737360" cy="201168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t">
            <a:normAutofit/>
          </a:bodyPr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050505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ラベル19</a:t>
            </a:r>
            <a:endParaRPr lang="en-US" sz="900" dirty="0"/>
          </a:p>
        </p:txBody>
      </p:sp>
      <p:sp>
        <p:nvSpPr>
          <p:cNvPr id="37" name="Shape 35"/>
          <p:cNvSpPr/>
          <p:nvPr/>
        </p:nvSpPr>
        <p:spPr>
          <a:xfrm>
            <a:off x="4429735" y="2468880"/>
            <a:ext cx="0" cy="3739896"/>
          </a:xfrm>
          <a:prstGeom prst="line">
            <a:avLst/>
          </a:prstGeom>
          <a:noFill/>
          <a:ln w="5080">
            <a:solidFill>
              <a:srgbClr val="D9DCDF"/>
            </a:solidFill>
            <a:prstDash val="solid"/>
          </a:ln>
        </p:spPr>
      </p:sp>
      <p:sp>
        <p:nvSpPr>
          <p:cNvPr id="38" name="Shape 36"/>
          <p:cNvSpPr/>
          <p:nvPr/>
        </p:nvSpPr>
        <p:spPr>
          <a:xfrm>
            <a:off x="5082997" y="2468880"/>
            <a:ext cx="0" cy="3739896"/>
          </a:xfrm>
          <a:prstGeom prst="line">
            <a:avLst/>
          </a:prstGeom>
          <a:noFill/>
          <a:ln w="5080">
            <a:solidFill>
              <a:srgbClr val="D9DCDF"/>
            </a:solidFill>
            <a:prstDash val="solid"/>
          </a:ln>
        </p:spPr>
      </p:sp>
      <p:sp>
        <p:nvSpPr>
          <p:cNvPr id="39" name="Shape 37"/>
          <p:cNvSpPr/>
          <p:nvPr/>
        </p:nvSpPr>
        <p:spPr>
          <a:xfrm>
            <a:off x="5736260" y="2468880"/>
            <a:ext cx="0" cy="3739896"/>
          </a:xfrm>
          <a:prstGeom prst="line">
            <a:avLst/>
          </a:prstGeom>
          <a:noFill/>
          <a:ln w="5080">
            <a:solidFill>
              <a:srgbClr val="D9DCDF"/>
            </a:solidFill>
            <a:prstDash val="solid"/>
          </a:ln>
        </p:spPr>
      </p:sp>
      <p:sp>
        <p:nvSpPr>
          <p:cNvPr id="40" name="Shape 38"/>
          <p:cNvSpPr/>
          <p:nvPr/>
        </p:nvSpPr>
        <p:spPr>
          <a:xfrm>
            <a:off x="6389522" y="2468880"/>
            <a:ext cx="0" cy="3739896"/>
          </a:xfrm>
          <a:prstGeom prst="line">
            <a:avLst/>
          </a:prstGeom>
          <a:noFill/>
          <a:ln w="5080">
            <a:solidFill>
              <a:srgbClr val="D9DCDF"/>
            </a:solidFill>
            <a:prstDash val="solid"/>
          </a:ln>
        </p:spPr>
      </p:sp>
      <p:sp>
        <p:nvSpPr>
          <p:cNvPr id="41" name="Shape 39"/>
          <p:cNvSpPr/>
          <p:nvPr/>
        </p:nvSpPr>
        <p:spPr>
          <a:xfrm>
            <a:off x="7042785" y="2468880"/>
            <a:ext cx="0" cy="3739896"/>
          </a:xfrm>
          <a:prstGeom prst="line">
            <a:avLst/>
          </a:prstGeom>
          <a:noFill/>
          <a:ln w="5080">
            <a:solidFill>
              <a:srgbClr val="D9DCDF"/>
            </a:solidFill>
            <a:prstDash val="solid"/>
          </a:ln>
        </p:spPr>
      </p:sp>
      <p:sp>
        <p:nvSpPr>
          <p:cNvPr id="42" name="Shape 40"/>
          <p:cNvSpPr/>
          <p:nvPr/>
        </p:nvSpPr>
        <p:spPr>
          <a:xfrm>
            <a:off x="7696048" y="2468880"/>
            <a:ext cx="0" cy="3739896"/>
          </a:xfrm>
          <a:prstGeom prst="line">
            <a:avLst/>
          </a:prstGeom>
          <a:noFill/>
          <a:ln w="5080">
            <a:solidFill>
              <a:srgbClr val="D9DCDF"/>
            </a:solidFill>
            <a:prstDash val="solid"/>
          </a:ln>
        </p:spPr>
      </p:sp>
      <p:sp>
        <p:nvSpPr>
          <p:cNvPr id="43" name="Shape 41"/>
          <p:cNvSpPr/>
          <p:nvPr/>
        </p:nvSpPr>
        <p:spPr>
          <a:xfrm>
            <a:off x="8349310" y="2468880"/>
            <a:ext cx="0" cy="3739896"/>
          </a:xfrm>
          <a:prstGeom prst="line">
            <a:avLst/>
          </a:prstGeom>
          <a:noFill/>
          <a:ln w="5080">
            <a:solidFill>
              <a:srgbClr val="D9DCDF"/>
            </a:solidFill>
            <a:prstDash val="solid"/>
          </a:ln>
        </p:spPr>
      </p:sp>
      <p:sp>
        <p:nvSpPr>
          <p:cNvPr id="44" name="Shape 42"/>
          <p:cNvSpPr/>
          <p:nvPr/>
        </p:nvSpPr>
        <p:spPr>
          <a:xfrm>
            <a:off x="9002573" y="2468880"/>
            <a:ext cx="0" cy="3739896"/>
          </a:xfrm>
          <a:prstGeom prst="line">
            <a:avLst/>
          </a:prstGeom>
          <a:noFill/>
          <a:ln w="5080">
            <a:solidFill>
              <a:srgbClr val="D9DCDF"/>
            </a:solidFill>
            <a:prstDash val="solid"/>
          </a:ln>
        </p:spPr>
      </p:sp>
      <p:sp>
        <p:nvSpPr>
          <p:cNvPr id="45" name="Shape 43"/>
          <p:cNvSpPr/>
          <p:nvPr/>
        </p:nvSpPr>
        <p:spPr>
          <a:xfrm>
            <a:off x="9655835" y="2468880"/>
            <a:ext cx="0" cy="3739896"/>
          </a:xfrm>
          <a:prstGeom prst="line">
            <a:avLst/>
          </a:prstGeom>
          <a:noFill/>
          <a:ln w="5080">
            <a:solidFill>
              <a:srgbClr val="D9DCDF"/>
            </a:solidFill>
            <a:prstDash val="solid"/>
          </a:ln>
        </p:spPr>
      </p:sp>
      <p:sp>
        <p:nvSpPr>
          <p:cNvPr id="46" name="Shape 44"/>
          <p:cNvSpPr/>
          <p:nvPr/>
        </p:nvSpPr>
        <p:spPr>
          <a:xfrm>
            <a:off x="10309098" y="2468880"/>
            <a:ext cx="0" cy="3739896"/>
          </a:xfrm>
          <a:prstGeom prst="line">
            <a:avLst/>
          </a:prstGeom>
          <a:noFill/>
          <a:ln w="5080">
            <a:solidFill>
              <a:srgbClr val="D9DCDF"/>
            </a:solidFill>
            <a:prstDash val="solid"/>
          </a:ln>
        </p:spPr>
      </p:sp>
      <p:sp>
        <p:nvSpPr>
          <p:cNvPr id="47" name="Shape 45"/>
          <p:cNvSpPr/>
          <p:nvPr/>
        </p:nvSpPr>
        <p:spPr>
          <a:xfrm>
            <a:off x="10962361" y="2468880"/>
            <a:ext cx="0" cy="3739896"/>
          </a:xfrm>
          <a:prstGeom prst="line">
            <a:avLst/>
          </a:prstGeom>
          <a:noFill/>
          <a:ln w="5080">
            <a:solidFill>
              <a:srgbClr val="D9DCDF"/>
            </a:solidFill>
            <a:prstDash val="solid"/>
          </a:ln>
        </p:spPr>
      </p:sp>
      <p:sp>
        <p:nvSpPr>
          <p:cNvPr id="48" name="Text 46"/>
          <p:cNvSpPr/>
          <p:nvPr/>
        </p:nvSpPr>
        <p:spPr>
          <a:xfrm>
            <a:off x="576072" y="3017520"/>
            <a:ext cx="1280160" cy="455894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>
            <a:normAutofit/>
          </a:bodyPr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050505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ラベル20</a:t>
            </a:r>
            <a:endParaRPr lang="en-US" sz="1200" dirty="0"/>
          </a:p>
        </p:txBody>
      </p:sp>
      <p:sp>
        <p:nvSpPr>
          <p:cNvPr id="49" name="Shape 47"/>
          <p:cNvSpPr/>
          <p:nvPr/>
        </p:nvSpPr>
        <p:spPr>
          <a:xfrm>
            <a:off x="576072" y="3017520"/>
            <a:ext cx="11039551" cy="0"/>
          </a:xfrm>
          <a:prstGeom prst="line">
            <a:avLst/>
          </a:prstGeom>
          <a:noFill/>
          <a:ln w="10160">
            <a:solidFill>
              <a:srgbClr val="050505"/>
            </a:solidFill>
            <a:prstDash val="solid"/>
          </a:ln>
        </p:spPr>
      </p:sp>
      <p:sp>
        <p:nvSpPr>
          <p:cNvPr id="50" name="Text 48"/>
          <p:cNvSpPr/>
          <p:nvPr/>
        </p:nvSpPr>
        <p:spPr>
          <a:xfrm>
            <a:off x="1947672" y="3017520"/>
            <a:ext cx="1737360" cy="455894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>
            <a:normAutofit/>
          </a:bodyPr>
          <a:lstStyle/>
          <a:p>
            <a:pPr algn="l" indent="0" marL="0">
              <a:buNone/>
            </a:pPr>
            <a:r>
              <a:rPr lang="en-US" sz="1050" dirty="0">
                <a:solidFill>
                  <a:srgbClr val="050505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ラベル21</a:t>
            </a:r>
            <a:endParaRPr lang="en-US" sz="1050" dirty="0"/>
          </a:p>
        </p:txBody>
      </p:sp>
      <p:sp>
        <p:nvSpPr>
          <p:cNvPr id="51" name="Shape 49"/>
          <p:cNvSpPr/>
          <p:nvPr/>
        </p:nvSpPr>
        <p:spPr>
          <a:xfrm>
            <a:off x="3813048" y="3144883"/>
            <a:ext cx="580111" cy="201168"/>
          </a:xfrm>
          <a:prstGeom prst="roundRect">
            <a:avLst>
              <a:gd name="adj" fmla="val 18182"/>
            </a:avLst>
          </a:prstGeom>
          <a:solidFill>
            <a:srgbClr val="79C8DC"/>
          </a:solidFill>
          <a:ln/>
        </p:spPr>
      </p:sp>
      <p:sp>
        <p:nvSpPr>
          <p:cNvPr id="52" name="Text 50"/>
          <p:cNvSpPr/>
          <p:nvPr/>
        </p:nvSpPr>
        <p:spPr>
          <a:xfrm>
            <a:off x="576072" y="3473414"/>
            <a:ext cx="1280160" cy="455894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>
            <a:normAutofit/>
          </a:bodyPr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050505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ラベル22</a:t>
            </a:r>
            <a:endParaRPr lang="en-US" sz="1200" dirty="0"/>
          </a:p>
        </p:txBody>
      </p:sp>
      <p:sp>
        <p:nvSpPr>
          <p:cNvPr id="53" name="Shape 51"/>
          <p:cNvSpPr/>
          <p:nvPr/>
        </p:nvSpPr>
        <p:spPr>
          <a:xfrm>
            <a:off x="576072" y="3473414"/>
            <a:ext cx="11039551" cy="0"/>
          </a:xfrm>
          <a:prstGeom prst="line">
            <a:avLst/>
          </a:prstGeom>
          <a:noFill/>
          <a:ln w="10160">
            <a:solidFill>
              <a:srgbClr val="050505"/>
            </a:solidFill>
            <a:prstDash val="solid"/>
          </a:ln>
        </p:spPr>
      </p:sp>
      <p:sp>
        <p:nvSpPr>
          <p:cNvPr id="54" name="Text 52"/>
          <p:cNvSpPr/>
          <p:nvPr/>
        </p:nvSpPr>
        <p:spPr>
          <a:xfrm>
            <a:off x="1947672" y="3473414"/>
            <a:ext cx="1737360" cy="455894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>
            <a:normAutofit/>
          </a:bodyPr>
          <a:lstStyle/>
          <a:p>
            <a:pPr algn="l" indent="0" marL="0">
              <a:buNone/>
            </a:pPr>
            <a:r>
              <a:rPr lang="en-US" sz="1050" dirty="0">
                <a:solidFill>
                  <a:srgbClr val="050505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ラベル23</a:t>
            </a:r>
            <a:endParaRPr lang="en-US" sz="1050" dirty="0"/>
          </a:p>
        </p:txBody>
      </p:sp>
      <p:sp>
        <p:nvSpPr>
          <p:cNvPr id="55" name="Shape 53"/>
          <p:cNvSpPr/>
          <p:nvPr/>
        </p:nvSpPr>
        <p:spPr>
          <a:xfrm>
            <a:off x="4466311" y="3600777"/>
            <a:ext cx="1233373" cy="201168"/>
          </a:xfrm>
          <a:prstGeom prst="roundRect">
            <a:avLst>
              <a:gd name="adj" fmla="val 18182"/>
            </a:avLst>
          </a:prstGeom>
          <a:solidFill>
            <a:srgbClr val="79C8DC"/>
          </a:solidFill>
          <a:ln/>
        </p:spPr>
      </p:sp>
      <p:sp>
        <p:nvSpPr>
          <p:cNvPr id="56" name="Text 54"/>
          <p:cNvSpPr/>
          <p:nvPr/>
        </p:nvSpPr>
        <p:spPr>
          <a:xfrm>
            <a:off x="576072" y="3929307"/>
            <a:ext cx="1280160" cy="455894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>
            <a:normAutofit/>
          </a:bodyPr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050505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ラベル24</a:t>
            </a:r>
            <a:endParaRPr lang="en-US" sz="1200" dirty="0"/>
          </a:p>
        </p:txBody>
      </p:sp>
      <p:sp>
        <p:nvSpPr>
          <p:cNvPr id="57" name="Shape 55"/>
          <p:cNvSpPr/>
          <p:nvPr/>
        </p:nvSpPr>
        <p:spPr>
          <a:xfrm>
            <a:off x="576072" y="3929307"/>
            <a:ext cx="11039551" cy="0"/>
          </a:xfrm>
          <a:prstGeom prst="line">
            <a:avLst/>
          </a:prstGeom>
          <a:noFill/>
          <a:ln w="10160">
            <a:solidFill>
              <a:srgbClr val="050505"/>
            </a:solidFill>
            <a:prstDash val="solid"/>
          </a:ln>
        </p:spPr>
      </p:sp>
      <p:sp>
        <p:nvSpPr>
          <p:cNvPr id="58" name="Text 56"/>
          <p:cNvSpPr/>
          <p:nvPr/>
        </p:nvSpPr>
        <p:spPr>
          <a:xfrm>
            <a:off x="1947672" y="3929307"/>
            <a:ext cx="1737360" cy="455894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>
            <a:normAutofit/>
          </a:bodyPr>
          <a:lstStyle/>
          <a:p>
            <a:pPr algn="l" indent="0" marL="0">
              <a:buNone/>
            </a:pPr>
            <a:r>
              <a:rPr lang="en-US" sz="1050" dirty="0">
                <a:solidFill>
                  <a:srgbClr val="050505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ラベル25</a:t>
            </a:r>
            <a:endParaRPr lang="en-US" sz="1050" dirty="0"/>
          </a:p>
        </p:txBody>
      </p:sp>
      <p:sp>
        <p:nvSpPr>
          <p:cNvPr id="59" name="Shape 57"/>
          <p:cNvSpPr/>
          <p:nvPr/>
        </p:nvSpPr>
        <p:spPr>
          <a:xfrm>
            <a:off x="5119573" y="4056670"/>
            <a:ext cx="580111" cy="201168"/>
          </a:xfrm>
          <a:prstGeom prst="roundRect">
            <a:avLst>
              <a:gd name="adj" fmla="val 18182"/>
            </a:avLst>
          </a:prstGeom>
          <a:solidFill>
            <a:srgbClr val="1E5F8C"/>
          </a:solidFill>
          <a:ln/>
        </p:spPr>
      </p:sp>
      <p:sp>
        <p:nvSpPr>
          <p:cNvPr id="60" name="Text 58"/>
          <p:cNvSpPr/>
          <p:nvPr/>
        </p:nvSpPr>
        <p:spPr>
          <a:xfrm>
            <a:off x="576072" y="4385201"/>
            <a:ext cx="1280160" cy="455894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>
            <a:normAutofit/>
          </a:bodyPr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050505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ラベル26</a:t>
            </a:r>
            <a:endParaRPr lang="en-US" sz="1200" dirty="0"/>
          </a:p>
        </p:txBody>
      </p:sp>
      <p:sp>
        <p:nvSpPr>
          <p:cNvPr id="61" name="Shape 59"/>
          <p:cNvSpPr/>
          <p:nvPr/>
        </p:nvSpPr>
        <p:spPr>
          <a:xfrm>
            <a:off x="576072" y="4385201"/>
            <a:ext cx="11039551" cy="0"/>
          </a:xfrm>
          <a:prstGeom prst="line">
            <a:avLst/>
          </a:prstGeom>
          <a:noFill/>
          <a:ln w="10160">
            <a:solidFill>
              <a:srgbClr val="050505"/>
            </a:solidFill>
            <a:prstDash val="solid"/>
          </a:ln>
        </p:spPr>
      </p:sp>
      <p:sp>
        <p:nvSpPr>
          <p:cNvPr id="62" name="Text 60"/>
          <p:cNvSpPr/>
          <p:nvPr/>
        </p:nvSpPr>
        <p:spPr>
          <a:xfrm>
            <a:off x="1947672" y="4385201"/>
            <a:ext cx="1737360" cy="455894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>
            <a:normAutofit/>
          </a:bodyPr>
          <a:lstStyle/>
          <a:p>
            <a:pPr algn="l" indent="0" marL="0">
              <a:buNone/>
            </a:pPr>
            <a:r>
              <a:rPr lang="en-US" sz="1050" dirty="0">
                <a:solidFill>
                  <a:srgbClr val="050505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ラベル27</a:t>
            </a:r>
            <a:endParaRPr lang="en-US" sz="1050" dirty="0"/>
          </a:p>
        </p:txBody>
      </p:sp>
      <p:sp>
        <p:nvSpPr>
          <p:cNvPr id="63" name="Shape 61"/>
          <p:cNvSpPr/>
          <p:nvPr/>
        </p:nvSpPr>
        <p:spPr>
          <a:xfrm>
            <a:off x="5772836" y="4512564"/>
            <a:ext cx="1233373" cy="201168"/>
          </a:xfrm>
          <a:prstGeom prst="roundRect">
            <a:avLst>
              <a:gd name="adj" fmla="val 18182"/>
            </a:avLst>
          </a:prstGeom>
          <a:solidFill>
            <a:srgbClr val="1E5F8C"/>
          </a:solidFill>
          <a:ln/>
        </p:spPr>
      </p:sp>
      <p:sp>
        <p:nvSpPr>
          <p:cNvPr id="64" name="Text 62"/>
          <p:cNvSpPr/>
          <p:nvPr/>
        </p:nvSpPr>
        <p:spPr>
          <a:xfrm>
            <a:off x="576072" y="4841095"/>
            <a:ext cx="1280160" cy="455894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>
            <a:normAutofit/>
          </a:bodyPr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050505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ラベル28</a:t>
            </a:r>
            <a:endParaRPr lang="en-US" sz="1200" dirty="0"/>
          </a:p>
        </p:txBody>
      </p:sp>
      <p:sp>
        <p:nvSpPr>
          <p:cNvPr id="65" name="Shape 63"/>
          <p:cNvSpPr/>
          <p:nvPr/>
        </p:nvSpPr>
        <p:spPr>
          <a:xfrm>
            <a:off x="576072" y="4841095"/>
            <a:ext cx="11039551" cy="0"/>
          </a:xfrm>
          <a:prstGeom prst="line">
            <a:avLst/>
          </a:prstGeom>
          <a:noFill/>
          <a:ln w="10160">
            <a:solidFill>
              <a:srgbClr val="050505"/>
            </a:solidFill>
            <a:prstDash val="solid"/>
          </a:ln>
        </p:spPr>
      </p:sp>
      <p:sp>
        <p:nvSpPr>
          <p:cNvPr id="66" name="Text 64"/>
          <p:cNvSpPr/>
          <p:nvPr/>
        </p:nvSpPr>
        <p:spPr>
          <a:xfrm>
            <a:off x="1947672" y="4841095"/>
            <a:ext cx="1737360" cy="455894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>
            <a:normAutofit/>
          </a:bodyPr>
          <a:lstStyle/>
          <a:p>
            <a:pPr algn="l" indent="0" marL="0">
              <a:buNone/>
            </a:pPr>
            <a:r>
              <a:rPr lang="en-US" sz="1050" dirty="0">
                <a:solidFill>
                  <a:srgbClr val="050505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ラベル29</a:t>
            </a:r>
            <a:endParaRPr lang="en-US" sz="1050" dirty="0"/>
          </a:p>
        </p:txBody>
      </p:sp>
      <p:sp>
        <p:nvSpPr>
          <p:cNvPr id="67" name="Shape 65"/>
          <p:cNvSpPr/>
          <p:nvPr/>
        </p:nvSpPr>
        <p:spPr>
          <a:xfrm>
            <a:off x="6426098" y="4968458"/>
            <a:ext cx="1233373" cy="201168"/>
          </a:xfrm>
          <a:prstGeom prst="roundRect">
            <a:avLst>
              <a:gd name="adj" fmla="val 18182"/>
            </a:avLst>
          </a:prstGeom>
          <a:solidFill>
            <a:srgbClr val="1E5F8C"/>
          </a:solidFill>
          <a:ln/>
        </p:spPr>
      </p:sp>
      <p:sp>
        <p:nvSpPr>
          <p:cNvPr id="68" name="Text 66"/>
          <p:cNvSpPr/>
          <p:nvPr/>
        </p:nvSpPr>
        <p:spPr>
          <a:xfrm>
            <a:off x="576072" y="5296989"/>
            <a:ext cx="1280160" cy="455894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>
            <a:normAutofit/>
          </a:bodyPr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050505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ラベル30</a:t>
            </a:r>
            <a:endParaRPr lang="en-US" sz="1200" dirty="0"/>
          </a:p>
        </p:txBody>
      </p:sp>
      <p:sp>
        <p:nvSpPr>
          <p:cNvPr id="69" name="Shape 67"/>
          <p:cNvSpPr/>
          <p:nvPr/>
        </p:nvSpPr>
        <p:spPr>
          <a:xfrm>
            <a:off x="576072" y="5296989"/>
            <a:ext cx="11039551" cy="0"/>
          </a:xfrm>
          <a:prstGeom prst="line">
            <a:avLst/>
          </a:prstGeom>
          <a:noFill/>
          <a:ln w="10160">
            <a:solidFill>
              <a:srgbClr val="050505"/>
            </a:solidFill>
            <a:prstDash val="solid"/>
          </a:ln>
        </p:spPr>
      </p:sp>
      <p:sp>
        <p:nvSpPr>
          <p:cNvPr id="70" name="Text 68"/>
          <p:cNvSpPr/>
          <p:nvPr/>
        </p:nvSpPr>
        <p:spPr>
          <a:xfrm>
            <a:off x="1947672" y="5296989"/>
            <a:ext cx="1737360" cy="455894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>
            <a:normAutofit/>
          </a:bodyPr>
          <a:lstStyle/>
          <a:p>
            <a:pPr algn="l" indent="0" marL="0">
              <a:buNone/>
            </a:pPr>
            <a:r>
              <a:rPr lang="en-US" sz="1050" dirty="0">
                <a:solidFill>
                  <a:srgbClr val="050505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ラベル31</a:t>
            </a:r>
            <a:endParaRPr lang="en-US" sz="1050" dirty="0"/>
          </a:p>
        </p:txBody>
      </p:sp>
      <p:sp>
        <p:nvSpPr>
          <p:cNvPr id="71" name="Shape 69"/>
          <p:cNvSpPr/>
          <p:nvPr/>
        </p:nvSpPr>
        <p:spPr>
          <a:xfrm>
            <a:off x="9039149" y="5424351"/>
            <a:ext cx="1233373" cy="201168"/>
          </a:xfrm>
          <a:prstGeom prst="roundRect">
            <a:avLst>
              <a:gd name="adj" fmla="val 18182"/>
            </a:avLst>
          </a:prstGeom>
          <a:solidFill>
            <a:srgbClr val="071B2C"/>
          </a:solidFill>
          <a:ln/>
        </p:spPr>
      </p:sp>
      <p:sp>
        <p:nvSpPr>
          <p:cNvPr id="72" name="Text 70"/>
          <p:cNvSpPr/>
          <p:nvPr/>
        </p:nvSpPr>
        <p:spPr>
          <a:xfrm>
            <a:off x="576072" y="5752882"/>
            <a:ext cx="1280160" cy="455894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>
            <a:normAutofit/>
          </a:bodyPr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050505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ラベル32</a:t>
            </a:r>
            <a:endParaRPr lang="en-US" sz="1200" dirty="0"/>
          </a:p>
        </p:txBody>
      </p:sp>
      <p:sp>
        <p:nvSpPr>
          <p:cNvPr id="73" name="Shape 71"/>
          <p:cNvSpPr/>
          <p:nvPr/>
        </p:nvSpPr>
        <p:spPr>
          <a:xfrm>
            <a:off x="576072" y="5752882"/>
            <a:ext cx="11039551" cy="0"/>
          </a:xfrm>
          <a:prstGeom prst="line">
            <a:avLst/>
          </a:prstGeom>
          <a:noFill/>
          <a:ln w="10160">
            <a:solidFill>
              <a:srgbClr val="050505"/>
            </a:solidFill>
            <a:prstDash val="solid"/>
          </a:ln>
        </p:spPr>
      </p:sp>
      <p:sp>
        <p:nvSpPr>
          <p:cNvPr id="74" name="Text 72"/>
          <p:cNvSpPr/>
          <p:nvPr/>
        </p:nvSpPr>
        <p:spPr>
          <a:xfrm>
            <a:off x="1947672" y="5752882"/>
            <a:ext cx="1737360" cy="455894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>
            <a:normAutofit/>
          </a:bodyPr>
          <a:lstStyle/>
          <a:p>
            <a:pPr algn="l" indent="0" marL="0">
              <a:buNone/>
            </a:pPr>
            <a:r>
              <a:rPr lang="en-US" sz="1050" dirty="0">
                <a:solidFill>
                  <a:srgbClr val="050505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ラベル33</a:t>
            </a:r>
            <a:endParaRPr lang="en-US" sz="1050" dirty="0"/>
          </a:p>
        </p:txBody>
      </p:sp>
      <p:sp>
        <p:nvSpPr>
          <p:cNvPr id="75" name="Shape 73"/>
          <p:cNvSpPr/>
          <p:nvPr/>
        </p:nvSpPr>
        <p:spPr>
          <a:xfrm>
            <a:off x="10345674" y="5880245"/>
            <a:ext cx="1233373" cy="201168"/>
          </a:xfrm>
          <a:prstGeom prst="rightArrow">
            <a:avLst/>
          </a:prstGeom>
          <a:solidFill>
            <a:srgbClr val="071B2C"/>
          </a:solidFill>
          <a:ln/>
        </p:spPr>
      </p:sp>
    </p:spTree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76072" y="320040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b">
            <a:normAutofit/>
          </a:bodyPr>
          <a:lstStyle/>
          <a:p>
            <a:pPr indent="0" marL="0">
              <a:buNone/>
            </a:pPr>
            <a:r>
              <a:rPr lang="en-US" sz="1400" dirty="0">
                <a:solidFill>
                  <a:srgbClr val="050505"/>
                </a:solidFill>
                <a:latin typeface="Yu Mincho Demibold" pitchFamily="34" charset="0"/>
                <a:ea typeface="Yu Mincho Demibold" pitchFamily="34" charset="-122"/>
                <a:cs typeface="Yu Mincho Demibold" pitchFamily="34" charset="-120"/>
              </a:rPr>
              <a:t>スライド型カタログ</a:t>
            </a:r>
            <a:endParaRPr lang="en-US" sz="1400" dirty="0"/>
          </a:p>
        </p:txBody>
      </p:sp>
      <p:sp>
        <p:nvSpPr>
          <p:cNvPr id="3" name="Text 1"/>
          <p:cNvSpPr/>
          <p:nvPr/>
        </p:nvSpPr>
        <p:spPr>
          <a:xfrm>
            <a:off x="7043623" y="411480"/>
            <a:ext cx="4572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800" dirty="0">
                <a:solidFill>
                  <a:srgbClr val="666B70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35  DECISION_PAGE</a:t>
            </a:r>
            <a:endParaRPr lang="en-US" sz="800" dirty="0"/>
          </a:p>
        </p:txBody>
      </p:sp>
      <p:sp>
        <p:nvSpPr>
          <p:cNvPr id="4" name="Shape 2"/>
          <p:cNvSpPr/>
          <p:nvPr/>
        </p:nvSpPr>
        <p:spPr>
          <a:xfrm>
            <a:off x="576072" y="784555"/>
            <a:ext cx="11039551" cy="0"/>
          </a:xfrm>
          <a:prstGeom prst="line">
            <a:avLst/>
          </a:prstGeom>
          <a:noFill/>
          <a:ln w="13970">
            <a:solidFill>
              <a:srgbClr val="050505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576072" y="914400"/>
            <a:ext cx="11039551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2200" dirty="0">
                <a:solidFill>
                  <a:srgbClr val="050505"/>
                </a:solidFill>
                <a:latin typeface="Yu Mincho Demibold" pitchFamily="34" charset="0"/>
                <a:ea typeface="Yu Mincho Demibold" pitchFamily="34" charset="-122"/>
                <a:cs typeface="Yu Mincho Demibold" pitchFamily="34" charset="-120"/>
              </a:rPr>
              <a:t>意思決定ページ</a:t>
            </a:r>
            <a:endParaRPr lang="en-US" sz="2200" dirty="0"/>
          </a:p>
        </p:txBody>
      </p:sp>
      <p:sp>
        <p:nvSpPr>
          <p:cNvPr id="6" name="Text 4"/>
          <p:cNvSpPr/>
          <p:nvPr/>
        </p:nvSpPr>
        <p:spPr>
          <a:xfrm>
            <a:off x="576072" y="6245352"/>
            <a:ext cx="89611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750" dirty="0">
                <a:solidFill>
                  <a:srgbClr val="666B70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出典：Source 1</a:t>
            </a:r>
            <a:endParaRPr lang="en-US" sz="750" dirty="0"/>
          </a:p>
        </p:txBody>
      </p:sp>
      <p:sp>
        <p:nvSpPr>
          <p:cNvPr id="7" name="Shape 5"/>
          <p:cNvSpPr/>
          <p:nvPr/>
        </p:nvSpPr>
        <p:spPr>
          <a:xfrm>
            <a:off x="576072" y="6483096"/>
            <a:ext cx="11039551" cy="0"/>
          </a:xfrm>
          <a:prstGeom prst="line">
            <a:avLst/>
          </a:prstGeom>
          <a:noFill/>
          <a:ln w="8890">
            <a:solidFill>
              <a:srgbClr val="D9DCDF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576072" y="6565392"/>
            <a:ext cx="54864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850" b="1" dirty="0">
                <a:solidFill>
                  <a:srgbClr val="050505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スライド型カタログ</a:t>
            </a:r>
            <a:endParaRPr lang="en-US" sz="850" dirty="0"/>
          </a:p>
        </p:txBody>
      </p:sp>
      <p:sp>
        <p:nvSpPr>
          <p:cNvPr id="9" name="Text 7"/>
          <p:cNvSpPr/>
          <p:nvPr/>
        </p:nvSpPr>
        <p:spPr>
          <a:xfrm>
            <a:off x="11249863" y="6565392"/>
            <a:ext cx="3657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666B70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36</a:t>
            </a:r>
            <a:endParaRPr lang="en-US" sz="750" dirty="0"/>
          </a:p>
        </p:txBody>
      </p:sp>
      <p:sp>
        <p:nvSpPr>
          <p:cNvPr id="10" name="Shape 8"/>
          <p:cNvSpPr/>
          <p:nvPr/>
        </p:nvSpPr>
        <p:spPr>
          <a:xfrm>
            <a:off x="576072" y="2889504"/>
            <a:ext cx="5212080" cy="0"/>
          </a:xfrm>
          <a:prstGeom prst="line">
            <a:avLst/>
          </a:prstGeom>
          <a:noFill/>
          <a:ln w="27940">
            <a:solidFill>
              <a:srgbClr val="1E5F8C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76072" y="3099816"/>
            <a:ext cx="2194560" cy="219456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t">
            <a:normAutofit/>
          </a:bodyPr>
          <a:lstStyle/>
          <a:p>
            <a:pPr algn="l" indent="0" marL="0">
              <a:buNone/>
            </a:pPr>
            <a:r>
              <a:rPr lang="en-US" sz="1050" b="1" dirty="0">
                <a:solidFill>
                  <a:srgbClr val="666B70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RECOMMENDED DECISION</a:t>
            </a:r>
            <a:endParaRPr lang="en-US" sz="1050" dirty="0"/>
          </a:p>
        </p:txBody>
      </p:sp>
      <p:sp>
        <p:nvSpPr>
          <p:cNvPr id="12" name="Text 10"/>
          <p:cNvSpPr/>
          <p:nvPr/>
        </p:nvSpPr>
        <p:spPr>
          <a:xfrm>
            <a:off x="576072" y="3465576"/>
            <a:ext cx="5303520" cy="1371600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t">
            <a:normAutofit/>
          </a:bodyPr>
          <a:lstStyle/>
          <a:p>
            <a:pPr algn="l" indent="0" marL="0">
              <a:buNone/>
            </a:pPr>
            <a:r>
              <a:rPr lang="en-US" sz="2200" b="1" dirty="0">
                <a:solidFill>
                  <a:srgbClr val="050505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Text 1</a:t>
            </a:r>
            <a:endParaRPr lang="en-US" sz="2200" dirty="0"/>
          </a:p>
        </p:txBody>
      </p:sp>
      <p:sp>
        <p:nvSpPr>
          <p:cNvPr id="13" name="Text 11"/>
          <p:cNvSpPr/>
          <p:nvPr/>
        </p:nvSpPr>
        <p:spPr>
          <a:xfrm>
            <a:off x="6217920" y="2916936"/>
            <a:ext cx="274320" cy="256032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t">
            <a:normAutofit/>
          </a:bodyPr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1E5F8C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1</a:t>
            </a:r>
            <a:endParaRPr lang="en-US" sz="1600" dirty="0"/>
          </a:p>
        </p:txBody>
      </p:sp>
      <p:sp>
        <p:nvSpPr>
          <p:cNvPr id="14" name="Text 12"/>
          <p:cNvSpPr/>
          <p:nvPr/>
        </p:nvSpPr>
        <p:spPr>
          <a:xfrm>
            <a:off x="6720840" y="2916936"/>
            <a:ext cx="4572000" cy="384048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t">
            <a:normAutofit/>
          </a:bodyPr>
          <a:lstStyle/>
          <a:p>
            <a:pPr algn="l" indent="0" marL="0">
              <a:buNone/>
            </a:pPr>
            <a:r>
              <a:rPr lang="en-US" sz="1350" dirty="0">
                <a:solidFill>
                  <a:srgbClr val="050505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Text 2</a:t>
            </a:r>
            <a:endParaRPr lang="en-US" sz="1350" dirty="0"/>
          </a:p>
        </p:txBody>
      </p:sp>
      <p:sp>
        <p:nvSpPr>
          <p:cNvPr id="15" name="Shape 13"/>
          <p:cNvSpPr/>
          <p:nvPr/>
        </p:nvSpPr>
        <p:spPr>
          <a:xfrm>
            <a:off x="6172200" y="3401568"/>
            <a:ext cx="5074920" cy="0"/>
          </a:xfrm>
          <a:prstGeom prst="line">
            <a:avLst/>
          </a:prstGeom>
          <a:noFill/>
          <a:ln w="6350">
            <a:solidFill>
              <a:srgbClr val="D9DCDF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6217920" y="3630168"/>
            <a:ext cx="274320" cy="256032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t">
            <a:normAutofit/>
          </a:bodyPr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1E5F8C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2</a:t>
            </a:r>
            <a:endParaRPr lang="en-US" sz="1600" dirty="0"/>
          </a:p>
        </p:txBody>
      </p:sp>
      <p:sp>
        <p:nvSpPr>
          <p:cNvPr id="17" name="Text 15"/>
          <p:cNvSpPr/>
          <p:nvPr/>
        </p:nvSpPr>
        <p:spPr>
          <a:xfrm>
            <a:off x="6720840" y="3630168"/>
            <a:ext cx="4572000" cy="384048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t">
            <a:normAutofit/>
          </a:bodyPr>
          <a:lstStyle/>
          <a:p>
            <a:pPr algn="l" indent="0" marL="0">
              <a:buNone/>
            </a:pPr>
            <a:r>
              <a:rPr lang="en-US" sz="1350" dirty="0">
                <a:solidFill>
                  <a:srgbClr val="050505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Text 3</a:t>
            </a:r>
            <a:endParaRPr lang="en-US" sz="1350" dirty="0"/>
          </a:p>
        </p:txBody>
      </p:sp>
      <p:sp>
        <p:nvSpPr>
          <p:cNvPr id="18" name="Shape 16"/>
          <p:cNvSpPr/>
          <p:nvPr/>
        </p:nvSpPr>
        <p:spPr>
          <a:xfrm>
            <a:off x="6172200" y="4114800"/>
            <a:ext cx="5074920" cy="0"/>
          </a:xfrm>
          <a:prstGeom prst="line">
            <a:avLst/>
          </a:prstGeom>
          <a:noFill/>
          <a:ln w="6350">
            <a:solidFill>
              <a:srgbClr val="D9DCDF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6217920" y="4343400"/>
            <a:ext cx="274320" cy="256032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t">
            <a:normAutofit/>
          </a:bodyPr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1E5F8C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3</a:t>
            </a:r>
            <a:endParaRPr lang="en-US" sz="1600" dirty="0"/>
          </a:p>
        </p:txBody>
      </p:sp>
      <p:sp>
        <p:nvSpPr>
          <p:cNvPr id="20" name="Text 18"/>
          <p:cNvSpPr/>
          <p:nvPr/>
        </p:nvSpPr>
        <p:spPr>
          <a:xfrm>
            <a:off x="6720840" y="4343400"/>
            <a:ext cx="4572000" cy="384048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t">
            <a:normAutofit/>
          </a:bodyPr>
          <a:lstStyle/>
          <a:p>
            <a:pPr algn="l" indent="0" marL="0">
              <a:buNone/>
            </a:pPr>
            <a:r>
              <a:rPr lang="en-US" sz="1350" dirty="0">
                <a:solidFill>
                  <a:srgbClr val="050505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Text 4</a:t>
            </a:r>
            <a:endParaRPr lang="en-US" sz="1350" dirty="0"/>
          </a:p>
        </p:txBody>
      </p:sp>
      <p:sp>
        <p:nvSpPr>
          <p:cNvPr id="21" name="Shape 19"/>
          <p:cNvSpPr/>
          <p:nvPr/>
        </p:nvSpPr>
        <p:spPr>
          <a:xfrm>
            <a:off x="6172200" y="4828032"/>
            <a:ext cx="5074920" cy="0"/>
          </a:xfrm>
          <a:prstGeom prst="line">
            <a:avLst/>
          </a:prstGeom>
          <a:noFill/>
          <a:ln w="6350">
            <a:solidFill>
              <a:srgbClr val="D9DCDF"/>
            </a:solidFill>
            <a:prstDash val="solid"/>
          </a:ln>
        </p:spPr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Yu Gothic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Yu Gothic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36</Slides>
  <Notes>36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36</vt:i4>
      </vt:variant>
    </vt:vector>
  </HeadingPairs>
  <TitlesOfParts>
    <vt:vector size="39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  <vt:lpstr>Slide 28</vt:lpstr>
      <vt:lpstr>Slide 29</vt:lpstr>
      <vt:lpstr>Slide 30</vt:lpstr>
      <vt:lpstr>Slide 31</vt:lpstr>
      <vt:lpstr>Slide 32</vt:lpstr>
      <vt:lpstr>Slide 33</vt:lpstr>
      <vt:lpstr>Slide 34</vt:lpstr>
      <vt:lpstr>Slide 35</vt:lpstr>
      <vt:lpstr>Slide 36</vt:lpstr>
    </vt:vector>
  </TitlesOfParts>
  <Company>Consulting Slide Lab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スライド型カタログ</dc:title>
  <dc:subject>Editable synthetic consulting deck generated from SlideSpec</dc:subject>
  <dc:creator>Consulting Slide Lab</dc:creator>
  <cp:lastModifiedBy>Consulting Slide Lab</cp:lastModifiedBy>
  <cp:revision>1</cp:revision>
  <dcterms:created xsi:type="dcterms:W3CDTF">2026-09-03T14:07:53Z</dcterms:created>
  <dcterms:modified xsi:type="dcterms:W3CDTF">2026-09-03T14:07:53Z</dcterms:modified>
</cp:coreProperties>
</file>