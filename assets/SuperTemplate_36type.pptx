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80000">
            <a:off x="8778240" y="-411480"/>
            <a:ext cx="4480560" cy="4480560"/>
          </a:xfrm>
          <a:prstGeom prst="rect">
            <a:avLst/>
          </a:prstGeom>
          <a:ln w="8890">
            <a:solidFill>
              <a:srgbClr val="79C8DC">
                <a:alpha val="7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SUPER TEMPLATE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05050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2514600"/>
            <a:ext cx="6949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スーパーテンプレ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76072" y="37033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SlideSpec 36型の見本帳 | 型は発想帳。合わなければ自由記述パーツで組む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D9DC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 EXECUTIVE_SUMMARY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05050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エグゼクティブサマリー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D9DC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3017520"/>
            <a:ext cx="3401568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2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76072" y="3611880"/>
            <a:ext cx="3401568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389120" y="3017520"/>
            <a:ext cx="3401568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3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389120" y="3611880"/>
            <a:ext cx="3401568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02168" y="3017520"/>
            <a:ext cx="3401568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4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202168" y="3611880"/>
            <a:ext cx="3401568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 EVIDENCE_BASIS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05050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調査の土台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D9DC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2363724"/>
            <a:ext cx="3383280" cy="2377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指標名、単位、YYYY〜YYYY年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99432" y="2363724"/>
            <a:ext cx="17373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5F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180+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473952" y="2436876"/>
            <a:ext cx="5141671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99432" y="3003804"/>
            <a:ext cx="7016191" cy="0"/>
          </a:xfrm>
          <a:prstGeom prst="line">
            <a:avLst/>
          </a:prstGeom>
          <a:noFill/>
          <a:ln w="12700">
            <a:solidFill>
              <a:srgbClr val="D9DC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9432" y="3150108"/>
            <a:ext cx="17373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5F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2.4M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73952" y="3223260"/>
            <a:ext cx="5141671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99432" y="3790188"/>
            <a:ext cx="7016191" cy="0"/>
          </a:xfrm>
          <a:prstGeom prst="line">
            <a:avLst/>
          </a:prstGeom>
          <a:noFill/>
          <a:ln w="12700">
            <a:solidFill>
              <a:srgbClr val="D9DC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9432" y="3936492"/>
            <a:ext cx="17373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5F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640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473952" y="4009644"/>
            <a:ext cx="5141671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99432" y="4576572"/>
            <a:ext cx="7016191" cy="0"/>
          </a:xfrm>
          <a:prstGeom prst="line">
            <a:avLst/>
          </a:prstGeom>
          <a:noFill/>
          <a:ln w="12700">
            <a:solidFill>
              <a:srgbClr val="D9DC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99432" y="4722876"/>
            <a:ext cx="17373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5F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473952" y="4796028"/>
            <a:ext cx="5141671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99432" y="5362956"/>
            <a:ext cx="7016191" cy="0"/>
          </a:xfrm>
          <a:prstGeom prst="line">
            <a:avLst/>
          </a:prstGeom>
          <a:noFill/>
          <a:ln w="12700">
            <a:solidFill>
              <a:srgbClr val="D9DCDF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 BIG_STAT_PAIR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05050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大型数値の対比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D9DC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1993392"/>
            <a:ext cx="11039551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指標名、単位、YYYY〜YYYY年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76072" y="2761488"/>
            <a:ext cx="5154016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1E5F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18%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576072" y="4315968"/>
            <a:ext cx="5154016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76072" y="5093208"/>
            <a:ext cx="5154016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注：前提や注記を記載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61608" y="2761488"/>
            <a:ext cx="5154016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1E5F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7200" dirty="0"/>
          </a:p>
        </p:txBody>
      </p:sp>
      <p:sp>
        <p:nvSpPr>
          <p:cNvPr id="15" name="Text 13"/>
          <p:cNvSpPr/>
          <p:nvPr/>
        </p:nvSpPr>
        <p:spPr>
          <a:xfrm>
            <a:off x="6461608" y="4315968"/>
            <a:ext cx="5154016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61608" y="5093208"/>
            <a:ext cx="5154016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注：前提や注記を記載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 KPI_DASHBOARD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05050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KPI一覧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D9DC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76072" y="2880360"/>
            <a:ext cx="2485568" cy="0"/>
          </a:xfrm>
          <a:prstGeom prst="line">
            <a:avLst/>
          </a:prstGeom>
          <a:noFill/>
          <a:ln w="25400">
            <a:solidFill>
              <a:srgbClr val="05050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3026664"/>
            <a:ext cx="248556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6072" y="3337560"/>
            <a:ext cx="2485568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5F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-18%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576072" y="4069080"/>
            <a:ext cx="248556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856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76072" y="4389120"/>
            <a:ext cx="2485568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注：前提や注記を記載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27400" y="2880360"/>
            <a:ext cx="2485568" cy="0"/>
          </a:xfrm>
          <a:prstGeom prst="line">
            <a:avLst/>
          </a:prstGeom>
          <a:noFill/>
          <a:ln w="25400">
            <a:solidFill>
              <a:srgbClr val="05050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7400" y="3026664"/>
            <a:ext cx="248556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27400" y="3337560"/>
            <a:ext cx="2485568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5F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 days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3427400" y="4069080"/>
            <a:ext cx="248556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856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27400" y="4389120"/>
            <a:ext cx="2485568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注：前提や注記を記載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78728" y="2880360"/>
            <a:ext cx="2485568" cy="0"/>
          </a:xfrm>
          <a:prstGeom prst="line">
            <a:avLst/>
          </a:prstGeom>
          <a:noFill/>
          <a:ln w="25400">
            <a:solidFill>
              <a:srgbClr val="05050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78728" y="3026664"/>
            <a:ext cx="248556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78728" y="3337560"/>
            <a:ext cx="2485568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5F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 / 4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6278728" y="4069080"/>
            <a:ext cx="248556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856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78728" y="4389120"/>
            <a:ext cx="2485568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注：前提や注記を記載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130055" y="2880360"/>
            <a:ext cx="2485568" cy="0"/>
          </a:xfrm>
          <a:prstGeom prst="line">
            <a:avLst/>
          </a:prstGeom>
          <a:noFill/>
          <a:ln w="25400">
            <a:solidFill>
              <a:srgbClr val="05050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30055" y="3026664"/>
            <a:ext cx="248556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30055" y="3337560"/>
            <a:ext cx="2485568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5F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$6M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9130055" y="4069080"/>
            <a:ext cx="248556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856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30055" y="4389120"/>
            <a:ext cx="2485568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注：前提や注記を記載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  CHART_INSIGHT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05050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単一チャート＋含意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注：前提・注記を記載 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D9DC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1920240"/>
            <a:ext cx="61264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指標名、単位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399032" y="4442723"/>
            <a:ext cx="566928" cy="1135117"/>
          </a:xfrm>
          <a:prstGeom prst="rect">
            <a:avLst/>
          </a:prstGeom>
          <a:solidFill>
            <a:srgbClr val="071B2C"/>
          </a:solidFill>
          <a:ln/>
        </p:spPr>
      </p:sp>
      <p:sp>
        <p:nvSpPr>
          <p:cNvPr id="12" name="Text 10"/>
          <p:cNvSpPr/>
          <p:nvPr/>
        </p:nvSpPr>
        <p:spPr>
          <a:xfrm>
            <a:off x="1353312" y="4214123"/>
            <a:ext cx="65836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70432" y="5669280"/>
            <a:ext cx="102412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450592" y="4123471"/>
            <a:ext cx="566928" cy="1454369"/>
          </a:xfrm>
          <a:prstGeom prst="rect">
            <a:avLst/>
          </a:prstGeom>
          <a:solidFill>
            <a:srgbClr val="071B2C"/>
          </a:solidFill>
          <a:ln/>
        </p:spPr>
      </p:sp>
      <p:sp>
        <p:nvSpPr>
          <p:cNvPr id="15" name="Text 13"/>
          <p:cNvSpPr/>
          <p:nvPr/>
        </p:nvSpPr>
        <p:spPr>
          <a:xfrm>
            <a:off x="2404872" y="3894871"/>
            <a:ext cx="65836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21992" y="5669280"/>
            <a:ext cx="102412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502152" y="3839692"/>
            <a:ext cx="566928" cy="1738148"/>
          </a:xfrm>
          <a:prstGeom prst="rect">
            <a:avLst/>
          </a:prstGeom>
          <a:solidFill>
            <a:srgbClr val="79C8DC"/>
          </a:solidFill>
          <a:ln/>
        </p:spPr>
      </p:sp>
      <p:sp>
        <p:nvSpPr>
          <p:cNvPr id="18" name="Text 16"/>
          <p:cNvSpPr/>
          <p:nvPr/>
        </p:nvSpPr>
        <p:spPr>
          <a:xfrm>
            <a:off x="3456432" y="3611092"/>
            <a:ext cx="65836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49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73552" y="5669280"/>
            <a:ext cx="102412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ラベル3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53712" y="3520440"/>
            <a:ext cx="566928" cy="2057400"/>
          </a:xfrm>
          <a:prstGeom prst="rect">
            <a:avLst/>
          </a:prstGeom>
          <a:solidFill>
            <a:srgbClr val="1E5F8C"/>
          </a:solidFill>
          <a:ln/>
        </p:spPr>
      </p:sp>
      <p:sp>
        <p:nvSpPr>
          <p:cNvPr id="21" name="Text 19"/>
          <p:cNvSpPr/>
          <p:nvPr/>
        </p:nvSpPr>
        <p:spPr>
          <a:xfrm>
            <a:off x="4507992" y="3291840"/>
            <a:ext cx="65836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58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325112" y="5669280"/>
            <a:ext cx="102412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ラベル4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76072" y="5577840"/>
            <a:ext cx="5760720" cy="0"/>
          </a:xfrm>
          <a:prstGeom prst="line">
            <a:avLst/>
          </a:prstGeom>
          <a:noFill/>
          <a:ln w="12700">
            <a:solidFill>
              <a:srgbClr val="05050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0" y="2057400"/>
            <a:ext cx="0" cy="1417320"/>
          </a:xfrm>
          <a:prstGeom prst="line">
            <a:avLst/>
          </a:prstGeom>
          <a:noFill/>
          <a:ln w="27940">
            <a:solidFill>
              <a:srgbClr val="1E5F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59168" y="2057400"/>
            <a:ext cx="4187952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2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059168" y="2560320"/>
            <a:ext cx="4187952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  STACKED_BAR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05050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積み上げ棒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D9DC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1920240"/>
            <a:ext cx="64008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指標名、単位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004517" y="4642175"/>
            <a:ext cx="1188720" cy="935665"/>
          </a:xfrm>
          <a:prstGeom prst="rect">
            <a:avLst/>
          </a:prstGeom>
          <a:solidFill>
            <a:srgbClr val="071B2C"/>
          </a:solidFill>
          <a:ln/>
        </p:spPr>
      </p:sp>
      <p:sp>
        <p:nvSpPr>
          <p:cNvPr id="12" name="Text 10"/>
          <p:cNvSpPr/>
          <p:nvPr/>
        </p:nvSpPr>
        <p:spPr>
          <a:xfrm>
            <a:off x="2004517" y="5000279"/>
            <a:ext cx="11887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004517" y="3940426"/>
            <a:ext cx="1188720" cy="701749"/>
          </a:xfrm>
          <a:prstGeom prst="rect">
            <a:avLst/>
          </a:prstGeom>
          <a:solidFill>
            <a:srgbClr val="1E5F8C"/>
          </a:solidFill>
          <a:ln/>
        </p:spPr>
      </p:sp>
      <p:sp>
        <p:nvSpPr>
          <p:cNvPr id="14" name="Text 12"/>
          <p:cNvSpPr/>
          <p:nvPr/>
        </p:nvSpPr>
        <p:spPr>
          <a:xfrm>
            <a:off x="2004517" y="4181572"/>
            <a:ext cx="11887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004517" y="3472593"/>
            <a:ext cx="1188720" cy="467833"/>
          </a:xfrm>
          <a:prstGeom prst="rect">
            <a:avLst/>
          </a:prstGeom>
          <a:solidFill>
            <a:srgbClr val="79C8DC"/>
          </a:solidFill>
          <a:ln/>
        </p:spPr>
      </p:sp>
      <p:sp>
        <p:nvSpPr>
          <p:cNvPr id="16" name="Text 14"/>
          <p:cNvSpPr/>
          <p:nvPr/>
        </p:nvSpPr>
        <p:spPr>
          <a:xfrm>
            <a:off x="2004517" y="3596782"/>
            <a:ext cx="11887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21637" y="5669280"/>
            <a:ext cx="15544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ラベル4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501488" y="4291300"/>
            <a:ext cx="1188720" cy="1286540"/>
          </a:xfrm>
          <a:prstGeom prst="rect">
            <a:avLst/>
          </a:prstGeom>
          <a:solidFill>
            <a:srgbClr val="071B2C"/>
          </a:solidFill>
          <a:ln/>
        </p:spPr>
      </p:sp>
      <p:sp>
        <p:nvSpPr>
          <p:cNvPr id="19" name="Text 17"/>
          <p:cNvSpPr/>
          <p:nvPr/>
        </p:nvSpPr>
        <p:spPr>
          <a:xfrm>
            <a:off x="5501488" y="4824842"/>
            <a:ext cx="11887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501488" y="3542768"/>
            <a:ext cx="1188720" cy="748532"/>
          </a:xfrm>
          <a:prstGeom prst="rect">
            <a:avLst/>
          </a:prstGeom>
          <a:solidFill>
            <a:srgbClr val="1E5F8C"/>
          </a:solidFill>
          <a:ln/>
        </p:spPr>
      </p:sp>
      <p:sp>
        <p:nvSpPr>
          <p:cNvPr id="21" name="Text 19"/>
          <p:cNvSpPr/>
          <p:nvPr/>
        </p:nvSpPr>
        <p:spPr>
          <a:xfrm>
            <a:off x="5501488" y="3807306"/>
            <a:ext cx="11887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501488" y="3028153"/>
            <a:ext cx="1188720" cy="514616"/>
          </a:xfrm>
          <a:prstGeom prst="rect">
            <a:avLst/>
          </a:prstGeom>
          <a:solidFill>
            <a:srgbClr val="79C8DC"/>
          </a:solidFill>
          <a:ln/>
        </p:spPr>
      </p:sp>
      <p:sp>
        <p:nvSpPr>
          <p:cNvPr id="23" name="Text 21"/>
          <p:cNvSpPr/>
          <p:nvPr/>
        </p:nvSpPr>
        <p:spPr>
          <a:xfrm>
            <a:off x="5501488" y="3175732"/>
            <a:ext cx="11887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18608" y="5669280"/>
            <a:ext cx="15544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ラベル5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998458" y="3893643"/>
            <a:ext cx="1188720" cy="1684197"/>
          </a:xfrm>
          <a:prstGeom prst="rect">
            <a:avLst/>
          </a:prstGeom>
          <a:solidFill>
            <a:srgbClr val="071B2C"/>
          </a:solidFill>
          <a:ln/>
        </p:spPr>
      </p:sp>
      <p:sp>
        <p:nvSpPr>
          <p:cNvPr id="26" name="Text 24"/>
          <p:cNvSpPr/>
          <p:nvPr/>
        </p:nvSpPr>
        <p:spPr>
          <a:xfrm>
            <a:off x="8998458" y="4626013"/>
            <a:ext cx="11887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998458" y="3121719"/>
            <a:ext cx="1188720" cy="771924"/>
          </a:xfrm>
          <a:prstGeom prst="rect">
            <a:avLst/>
          </a:prstGeom>
          <a:solidFill>
            <a:srgbClr val="1E5F8C"/>
          </a:solidFill>
          <a:ln/>
        </p:spPr>
      </p:sp>
      <p:sp>
        <p:nvSpPr>
          <p:cNvPr id="28" name="Text 26"/>
          <p:cNvSpPr/>
          <p:nvPr/>
        </p:nvSpPr>
        <p:spPr>
          <a:xfrm>
            <a:off x="8998458" y="3397953"/>
            <a:ext cx="11887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33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998458" y="2560320"/>
            <a:ext cx="1188720" cy="561399"/>
          </a:xfrm>
          <a:prstGeom prst="rect">
            <a:avLst/>
          </a:prstGeom>
          <a:solidFill>
            <a:srgbClr val="79C8DC"/>
          </a:solidFill>
          <a:ln/>
        </p:spPr>
      </p:sp>
      <p:sp>
        <p:nvSpPr>
          <p:cNvPr id="30" name="Text 28"/>
          <p:cNvSpPr/>
          <p:nvPr/>
        </p:nvSpPr>
        <p:spPr>
          <a:xfrm>
            <a:off x="8998458" y="2731292"/>
            <a:ext cx="11887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815578" y="5669280"/>
            <a:ext cx="15544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ラベル6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76072" y="5943600"/>
            <a:ext cx="201168" cy="201168"/>
          </a:xfrm>
          <a:prstGeom prst="rect">
            <a:avLst/>
          </a:prstGeom>
          <a:solidFill>
            <a:srgbClr val="071B2C"/>
          </a:solidFill>
          <a:ln/>
        </p:spPr>
      </p:sp>
      <p:sp>
        <p:nvSpPr>
          <p:cNvPr id="33" name="Text 31"/>
          <p:cNvSpPr/>
          <p:nvPr/>
        </p:nvSpPr>
        <p:spPr>
          <a:xfrm>
            <a:off x="868680" y="5943600"/>
            <a:ext cx="146304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404872" y="5943600"/>
            <a:ext cx="201168" cy="201168"/>
          </a:xfrm>
          <a:prstGeom prst="rect">
            <a:avLst/>
          </a:prstGeom>
          <a:solidFill>
            <a:srgbClr val="1E5F8C"/>
          </a:solidFill>
          <a:ln/>
        </p:spPr>
      </p:sp>
      <p:sp>
        <p:nvSpPr>
          <p:cNvPr id="35" name="Text 33"/>
          <p:cNvSpPr/>
          <p:nvPr/>
        </p:nvSpPr>
        <p:spPr>
          <a:xfrm>
            <a:off x="2697480" y="5943600"/>
            <a:ext cx="146304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233672" y="5943600"/>
            <a:ext cx="201168" cy="201168"/>
          </a:xfrm>
          <a:prstGeom prst="rect">
            <a:avLst/>
          </a:prstGeom>
          <a:solidFill>
            <a:srgbClr val="79C8DC"/>
          </a:solidFill>
          <a:ln/>
        </p:spPr>
      </p:sp>
      <p:sp>
        <p:nvSpPr>
          <p:cNvPr id="37" name="Text 35"/>
          <p:cNvSpPr/>
          <p:nvPr/>
        </p:nvSpPr>
        <p:spPr>
          <a:xfrm>
            <a:off x="4526280" y="5943600"/>
            <a:ext cx="146304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ラベル3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  WATERFALL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05050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寄与度ブリッジ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注：前提・注記を記載 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D9DC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1920240"/>
            <a:ext cx="603504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指標名、単位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4672" y="4108269"/>
            <a:ext cx="603504" cy="1469571"/>
          </a:xfrm>
          <a:prstGeom prst="rect">
            <a:avLst/>
          </a:prstGeom>
          <a:solidFill>
            <a:srgbClr val="071B2C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870525"/>
            <a:ext cx="74980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5669280"/>
            <a:ext cx="9601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1828800" y="5313317"/>
            <a:ext cx="603504" cy="264523"/>
          </a:xfrm>
          <a:prstGeom prst="rect">
            <a:avLst/>
          </a:prstGeom>
          <a:solidFill>
            <a:srgbClr val="1E5F8C"/>
          </a:solidFill>
          <a:ln/>
        </p:spPr>
      </p:sp>
      <p:sp>
        <p:nvSpPr>
          <p:cNvPr id="15" name="Text 13"/>
          <p:cNvSpPr/>
          <p:nvPr/>
        </p:nvSpPr>
        <p:spPr>
          <a:xfrm>
            <a:off x="1755648" y="5075573"/>
            <a:ext cx="74980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+18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64208" y="5669280"/>
            <a:ext cx="9601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2852928" y="5225143"/>
            <a:ext cx="603504" cy="352697"/>
          </a:xfrm>
          <a:prstGeom prst="rect">
            <a:avLst/>
          </a:prstGeom>
          <a:solidFill>
            <a:srgbClr val="1E5F8C"/>
          </a:solidFill>
          <a:ln/>
        </p:spPr>
      </p:sp>
      <p:sp>
        <p:nvSpPr>
          <p:cNvPr id="18" name="Text 16"/>
          <p:cNvSpPr/>
          <p:nvPr/>
        </p:nvSpPr>
        <p:spPr>
          <a:xfrm>
            <a:off x="2779776" y="4987399"/>
            <a:ext cx="74980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+24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88336" y="5669280"/>
            <a:ext cx="9601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ラベル3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3877056" y="5445579"/>
            <a:ext cx="603504" cy="132261"/>
          </a:xfrm>
          <a:prstGeom prst="rect">
            <a:avLst/>
          </a:prstGeom>
          <a:solidFill>
            <a:srgbClr val="D94C68"/>
          </a:solidFill>
          <a:ln/>
        </p:spPr>
      </p:sp>
      <p:sp>
        <p:nvSpPr>
          <p:cNvPr id="21" name="Text 19"/>
          <p:cNvSpPr/>
          <p:nvPr/>
        </p:nvSpPr>
        <p:spPr>
          <a:xfrm>
            <a:off x="3803904" y="5207835"/>
            <a:ext cx="74980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-9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712464" y="5669280"/>
            <a:ext cx="9601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ラベル4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4901184" y="5474970"/>
            <a:ext cx="603504" cy="102870"/>
          </a:xfrm>
          <a:prstGeom prst="rect">
            <a:avLst/>
          </a:prstGeom>
          <a:solidFill>
            <a:srgbClr val="1E5F8C"/>
          </a:solidFill>
          <a:ln/>
        </p:spPr>
      </p:sp>
      <p:sp>
        <p:nvSpPr>
          <p:cNvPr id="24" name="Text 22"/>
          <p:cNvSpPr/>
          <p:nvPr/>
        </p:nvSpPr>
        <p:spPr>
          <a:xfrm>
            <a:off x="4828032" y="5237226"/>
            <a:ext cx="74980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36592" y="5669280"/>
            <a:ext cx="9601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ラベル5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5925312" y="3520440"/>
            <a:ext cx="603504" cy="2057400"/>
          </a:xfrm>
          <a:prstGeom prst="rect">
            <a:avLst/>
          </a:prstGeom>
          <a:solidFill>
            <a:srgbClr val="071B2C"/>
          </a:solidFill>
          <a:ln/>
        </p:spPr>
      </p:sp>
      <p:sp>
        <p:nvSpPr>
          <p:cNvPr id="27" name="Text 25"/>
          <p:cNvSpPr/>
          <p:nvPr/>
        </p:nvSpPr>
        <p:spPr>
          <a:xfrm>
            <a:off x="5852160" y="3282696"/>
            <a:ext cx="74980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760720" y="5669280"/>
            <a:ext cx="9601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ラベル6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576072" y="5577840"/>
            <a:ext cx="5852160" cy="0"/>
          </a:xfrm>
          <a:prstGeom prst="line">
            <a:avLst/>
          </a:prstGeom>
          <a:noFill/>
          <a:ln w="12700">
            <a:solidFill>
              <a:srgbClr val="05050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0" y="1965960"/>
            <a:ext cx="0" cy="1325880"/>
          </a:xfrm>
          <a:prstGeom prst="line">
            <a:avLst/>
          </a:prstGeom>
          <a:noFill/>
          <a:ln w="27940">
            <a:solidFill>
              <a:srgbClr val="1E5F8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59168" y="1965960"/>
            <a:ext cx="4096512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2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059168" y="2468880"/>
            <a:ext cx="4096512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  TRUE_WATERFALL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05050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増減ブリッジ（厳密）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D9DC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1920240"/>
            <a:ext cx="64008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指標名、単位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396563" y="3364992"/>
            <a:ext cx="1005840" cy="2212848"/>
          </a:xfrm>
          <a:prstGeom prst="rect">
            <a:avLst/>
          </a:prstGeom>
          <a:solidFill>
            <a:srgbClr val="071B2C"/>
          </a:solidFill>
          <a:ln/>
        </p:spPr>
      </p:sp>
      <p:sp>
        <p:nvSpPr>
          <p:cNvPr id="12" name="Text 10"/>
          <p:cNvSpPr/>
          <p:nvPr/>
        </p:nvSpPr>
        <p:spPr>
          <a:xfrm>
            <a:off x="1213683" y="3108960"/>
            <a:ext cx="13716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22243" y="5669280"/>
            <a:ext cx="155448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94745" y="3364992"/>
            <a:ext cx="1005840" cy="603504"/>
          </a:xfrm>
          <a:prstGeom prst="rect">
            <a:avLst/>
          </a:prstGeom>
          <a:solidFill>
            <a:srgbClr val="D94C68"/>
          </a:solidFill>
          <a:ln/>
        </p:spPr>
      </p:sp>
      <p:sp>
        <p:nvSpPr>
          <p:cNvPr id="15" name="Text 13"/>
          <p:cNvSpPr/>
          <p:nvPr/>
        </p:nvSpPr>
        <p:spPr>
          <a:xfrm>
            <a:off x="3311865" y="3108960"/>
            <a:ext cx="13716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−3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20425" y="5669280"/>
            <a:ext cx="155448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592928" y="3163824"/>
            <a:ext cx="1005840" cy="804672"/>
          </a:xfrm>
          <a:prstGeom prst="rect">
            <a:avLst/>
          </a:prstGeom>
          <a:solidFill>
            <a:srgbClr val="1E5F8C"/>
          </a:solidFill>
          <a:ln/>
        </p:spPr>
      </p:sp>
      <p:sp>
        <p:nvSpPr>
          <p:cNvPr id="18" name="Text 16"/>
          <p:cNvSpPr/>
          <p:nvPr/>
        </p:nvSpPr>
        <p:spPr>
          <a:xfrm>
            <a:off x="5410048" y="2907792"/>
            <a:ext cx="13716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18608" y="5669280"/>
            <a:ext cx="155448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ラベル3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691110" y="2560320"/>
            <a:ext cx="1005840" cy="603504"/>
          </a:xfrm>
          <a:prstGeom prst="rect">
            <a:avLst/>
          </a:prstGeom>
          <a:solidFill>
            <a:srgbClr val="1E5F8C"/>
          </a:solidFill>
          <a:ln/>
        </p:spPr>
      </p:sp>
      <p:sp>
        <p:nvSpPr>
          <p:cNvPr id="21" name="Text 19"/>
          <p:cNvSpPr/>
          <p:nvPr/>
        </p:nvSpPr>
        <p:spPr>
          <a:xfrm>
            <a:off x="7508230" y="2304288"/>
            <a:ext cx="13716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16790" y="5669280"/>
            <a:ext cx="155448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ラベル4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789292" y="2560320"/>
            <a:ext cx="1005840" cy="3017520"/>
          </a:xfrm>
          <a:prstGeom prst="rect">
            <a:avLst/>
          </a:prstGeom>
          <a:solidFill>
            <a:srgbClr val="050505"/>
          </a:solidFill>
          <a:ln/>
        </p:spPr>
      </p:sp>
      <p:sp>
        <p:nvSpPr>
          <p:cNvPr id="24" name="Text 22"/>
          <p:cNvSpPr/>
          <p:nvPr/>
        </p:nvSpPr>
        <p:spPr>
          <a:xfrm>
            <a:off x="9606412" y="2304288"/>
            <a:ext cx="13716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514972" y="5669280"/>
            <a:ext cx="155448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ラベル5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76072" y="5577840"/>
            <a:ext cx="11039551" cy="0"/>
          </a:xfrm>
          <a:prstGeom prst="line">
            <a:avLst/>
          </a:prstGeom>
          <a:noFill/>
          <a:ln w="12700">
            <a:solidFill>
              <a:srgbClr val="050505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  SMALL_MULTIPLES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05050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小図の並列比較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D9DC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2011680"/>
            <a:ext cx="529117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6072" y="2322576"/>
            <a:ext cx="5291176" cy="0"/>
          </a:xfrm>
          <a:prstGeom prst="line">
            <a:avLst/>
          </a:prstGeom>
          <a:noFill/>
          <a:ln w="9525">
            <a:solidFill>
              <a:srgbClr val="D9DC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29335" y="3226728"/>
            <a:ext cx="457200" cy="398868"/>
          </a:xfrm>
          <a:prstGeom prst="rect">
            <a:avLst/>
          </a:prstGeom>
          <a:solidFill>
            <a:srgbClr val="071B2C"/>
          </a:solidFill>
          <a:ln/>
        </p:spPr>
      </p:sp>
      <p:sp>
        <p:nvSpPr>
          <p:cNvPr id="13" name="Text 11"/>
          <p:cNvSpPr/>
          <p:nvPr/>
        </p:nvSpPr>
        <p:spPr>
          <a:xfrm>
            <a:off x="576072" y="3643884"/>
            <a:ext cx="1763725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993060" y="2927578"/>
            <a:ext cx="457200" cy="698018"/>
          </a:xfrm>
          <a:prstGeom prst="rect">
            <a:avLst/>
          </a:prstGeom>
          <a:solidFill>
            <a:srgbClr val="071B2C"/>
          </a:solidFill>
          <a:ln/>
        </p:spPr>
      </p:sp>
      <p:sp>
        <p:nvSpPr>
          <p:cNvPr id="15" name="Text 13"/>
          <p:cNvSpPr/>
          <p:nvPr/>
        </p:nvSpPr>
        <p:spPr>
          <a:xfrm>
            <a:off x="2339797" y="3643884"/>
            <a:ext cx="1763725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6785" y="2468880"/>
            <a:ext cx="457200" cy="1156716"/>
          </a:xfrm>
          <a:prstGeom prst="rect">
            <a:avLst/>
          </a:prstGeom>
          <a:solidFill>
            <a:srgbClr val="071B2C"/>
          </a:solidFill>
          <a:ln/>
        </p:spPr>
      </p:sp>
      <p:sp>
        <p:nvSpPr>
          <p:cNvPr id="17" name="Text 15"/>
          <p:cNvSpPr/>
          <p:nvPr/>
        </p:nvSpPr>
        <p:spPr>
          <a:xfrm>
            <a:off x="4103522" y="3643884"/>
            <a:ext cx="1763725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24448" y="2011680"/>
            <a:ext cx="529117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24448" y="2322576"/>
            <a:ext cx="5291176" cy="0"/>
          </a:xfrm>
          <a:prstGeom prst="line">
            <a:avLst/>
          </a:prstGeom>
          <a:noFill/>
          <a:ln w="9525">
            <a:solidFill>
              <a:srgbClr val="D9DC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77710" y="3326445"/>
            <a:ext cx="457200" cy="299151"/>
          </a:xfrm>
          <a:prstGeom prst="rect">
            <a:avLst/>
          </a:prstGeom>
          <a:solidFill>
            <a:srgbClr val="071B2C"/>
          </a:solidFill>
          <a:ln/>
        </p:spPr>
      </p:sp>
      <p:sp>
        <p:nvSpPr>
          <p:cNvPr id="21" name="Text 19"/>
          <p:cNvSpPr/>
          <p:nvPr/>
        </p:nvSpPr>
        <p:spPr>
          <a:xfrm>
            <a:off x="6324448" y="3643884"/>
            <a:ext cx="1763725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ラベル6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741435" y="3067181"/>
            <a:ext cx="457200" cy="558415"/>
          </a:xfrm>
          <a:prstGeom prst="rect">
            <a:avLst/>
          </a:prstGeom>
          <a:solidFill>
            <a:srgbClr val="071B2C"/>
          </a:solidFill>
          <a:ln/>
        </p:spPr>
      </p:sp>
      <p:sp>
        <p:nvSpPr>
          <p:cNvPr id="23" name="Text 21"/>
          <p:cNvSpPr/>
          <p:nvPr/>
        </p:nvSpPr>
        <p:spPr>
          <a:xfrm>
            <a:off x="8088173" y="3643884"/>
            <a:ext cx="1763725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ラベル7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0505161" y="2748087"/>
            <a:ext cx="457200" cy="877509"/>
          </a:xfrm>
          <a:prstGeom prst="rect">
            <a:avLst/>
          </a:prstGeom>
          <a:solidFill>
            <a:srgbClr val="071B2C"/>
          </a:solidFill>
          <a:ln/>
        </p:spPr>
      </p:sp>
      <p:sp>
        <p:nvSpPr>
          <p:cNvPr id="25" name="Text 23"/>
          <p:cNvSpPr/>
          <p:nvPr/>
        </p:nvSpPr>
        <p:spPr>
          <a:xfrm>
            <a:off x="9851898" y="3643884"/>
            <a:ext cx="1763725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ラベル8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76072" y="4338828"/>
            <a:ext cx="529117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ラベル9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76072" y="4649724"/>
            <a:ext cx="5291176" cy="0"/>
          </a:xfrm>
          <a:prstGeom prst="line">
            <a:avLst/>
          </a:prstGeom>
          <a:noFill/>
          <a:ln w="9525">
            <a:solidFill>
              <a:srgbClr val="D9D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29335" y="5793197"/>
            <a:ext cx="457200" cy="159547"/>
          </a:xfrm>
          <a:prstGeom prst="rect">
            <a:avLst/>
          </a:prstGeom>
          <a:solidFill>
            <a:srgbClr val="071B2C"/>
          </a:solidFill>
          <a:ln/>
        </p:spPr>
      </p:sp>
      <p:sp>
        <p:nvSpPr>
          <p:cNvPr id="29" name="Text 27"/>
          <p:cNvSpPr/>
          <p:nvPr/>
        </p:nvSpPr>
        <p:spPr>
          <a:xfrm>
            <a:off x="576072" y="5971032"/>
            <a:ext cx="1763725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ラベル10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993060" y="5673537"/>
            <a:ext cx="457200" cy="279207"/>
          </a:xfrm>
          <a:prstGeom prst="rect">
            <a:avLst/>
          </a:prstGeom>
          <a:solidFill>
            <a:srgbClr val="071B2C"/>
          </a:solidFill>
          <a:ln/>
        </p:spPr>
      </p:sp>
      <p:sp>
        <p:nvSpPr>
          <p:cNvPr id="31" name="Text 29"/>
          <p:cNvSpPr/>
          <p:nvPr/>
        </p:nvSpPr>
        <p:spPr>
          <a:xfrm>
            <a:off x="2339797" y="5971032"/>
            <a:ext cx="1763725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ラベル11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6785" y="5494046"/>
            <a:ext cx="457200" cy="458698"/>
          </a:xfrm>
          <a:prstGeom prst="rect">
            <a:avLst/>
          </a:prstGeom>
          <a:solidFill>
            <a:srgbClr val="071B2C"/>
          </a:solidFill>
          <a:ln/>
        </p:spPr>
      </p:sp>
      <p:sp>
        <p:nvSpPr>
          <p:cNvPr id="33" name="Text 31"/>
          <p:cNvSpPr/>
          <p:nvPr/>
        </p:nvSpPr>
        <p:spPr>
          <a:xfrm>
            <a:off x="4103522" y="5971032"/>
            <a:ext cx="1763725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324448" y="4338828"/>
            <a:ext cx="529117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ラベル13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324448" y="4649724"/>
            <a:ext cx="5291176" cy="0"/>
          </a:xfrm>
          <a:prstGeom prst="line">
            <a:avLst/>
          </a:prstGeom>
          <a:noFill/>
          <a:ln w="9525">
            <a:solidFill>
              <a:srgbClr val="D9DCD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77710" y="5713423"/>
            <a:ext cx="457200" cy="239321"/>
          </a:xfrm>
          <a:prstGeom prst="rect">
            <a:avLst/>
          </a:prstGeom>
          <a:solidFill>
            <a:srgbClr val="071B2C"/>
          </a:solidFill>
          <a:ln/>
        </p:spPr>
      </p:sp>
      <p:sp>
        <p:nvSpPr>
          <p:cNvPr id="37" name="Text 35"/>
          <p:cNvSpPr/>
          <p:nvPr/>
        </p:nvSpPr>
        <p:spPr>
          <a:xfrm>
            <a:off x="6324448" y="5971032"/>
            <a:ext cx="1763725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ラベル14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741435" y="5513990"/>
            <a:ext cx="457200" cy="438754"/>
          </a:xfrm>
          <a:prstGeom prst="rect">
            <a:avLst/>
          </a:prstGeom>
          <a:solidFill>
            <a:srgbClr val="071B2C"/>
          </a:solidFill>
          <a:ln/>
        </p:spPr>
      </p:sp>
      <p:sp>
        <p:nvSpPr>
          <p:cNvPr id="39" name="Text 37"/>
          <p:cNvSpPr/>
          <p:nvPr/>
        </p:nvSpPr>
        <p:spPr>
          <a:xfrm>
            <a:off x="8088173" y="5971032"/>
            <a:ext cx="1763725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ラベル15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0505161" y="5214839"/>
            <a:ext cx="457200" cy="737905"/>
          </a:xfrm>
          <a:prstGeom prst="rect">
            <a:avLst/>
          </a:prstGeom>
          <a:solidFill>
            <a:srgbClr val="071B2C"/>
          </a:solidFill>
          <a:ln/>
        </p:spPr>
      </p:sp>
      <p:sp>
        <p:nvSpPr>
          <p:cNvPr id="41" name="Text 39"/>
          <p:cNvSpPr/>
          <p:nvPr/>
        </p:nvSpPr>
        <p:spPr>
          <a:xfrm>
            <a:off x="9851898" y="5971032"/>
            <a:ext cx="1763725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  COMPARISON_TABLE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05050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選択肢の比較表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D9DC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7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" y="2029968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2194560"/>
                <a:gridCol w="450799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5050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評価軸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5050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自社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5050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競合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5050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含意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5050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ラベル1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5050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ラベル2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5050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ラベル3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05050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1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05050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2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5050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ラベル4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5050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ラベル5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5050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ラベル6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05050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3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05050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4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5050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ラベル7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5050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ラベル8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5050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ラベル9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05050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5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05050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6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  SCENARIO_TABLE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05050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シナリオ比較表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注：前提・注記を記載 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D9DC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" y="2029968"/>
          <a:ext cx="1109167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737360"/>
                <a:gridCol w="3931920"/>
                <a:gridCol w="386791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5050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シナリオ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5050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結果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5050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前提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5050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経営への含意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5050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ラベル1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5F8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1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05050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前提1-1：TextをTextと置く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05050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前提1-2：Textは変わらないとする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05050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1をText 2まで積み増す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05050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3の判断をN月に前倒す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5050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ラベル2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5F8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4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05050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前提2-1：TextをTextと置く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05050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前提2-2：Textは変わらないとする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05050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4をText 5まで積み増す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05050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6の判断をN月に前倒す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5050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ラベル3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5F8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7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05050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前提3-1：TextをTextと置く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05050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前提3-2：Textは変わらないとする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05050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7をText 8まで積み増す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05050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9の判断をN月に前倒す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  RISK_TABLE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05050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リスク一覧表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D9DC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" y="2029968"/>
          <a:ext cx="110916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560320"/>
                <a:gridCol w="4572000"/>
                <a:gridCol w="112471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5050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リスク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5050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兆候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5050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対応策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5050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担当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5050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1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05050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1がNを下回る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05050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2のNがNか月続く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05050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3を先に確保する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05050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4の代替案を用意する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5050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ラベル1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5050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4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05050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5がNを下回る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05050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6のNがNか月続く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05050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7を先に確保する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05050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8の代替案を用意する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5050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ラベル2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5050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7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05050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9がNを下回る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05050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10のNがNか月続く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05050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11を先に確保する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05050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12の代替案を用意する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5050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ラベル3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  HORIZONTAL_AXIS_TABLE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05050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横軸評価表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D9DC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2075688"/>
            <a:ext cx="11039551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 網掛けの行＝Text 1（この行だけ立てている理由を1行で）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76072" y="2404872"/>
            <a:ext cx="11039551" cy="0"/>
          </a:xfrm>
          <a:prstGeom prst="line">
            <a:avLst/>
          </a:prstGeom>
          <a:noFill/>
          <a:ln w="7620">
            <a:solidFill>
              <a:srgbClr val="666B70"/>
            </a:solidFill>
            <a:prstDash val="sysDot"/>
          </a:ln>
        </p:spPr>
      </p:sp>
      <p:sp>
        <p:nvSpPr>
          <p:cNvPr id="12" name="Text 10"/>
          <p:cNvSpPr/>
          <p:nvPr/>
        </p:nvSpPr>
        <p:spPr>
          <a:xfrm>
            <a:off x="576072" y="2578608"/>
            <a:ext cx="1304814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列見出し1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6072" y="2926080"/>
            <a:ext cx="1304814" cy="0"/>
          </a:xfrm>
          <a:prstGeom prst="line">
            <a:avLst/>
          </a:prstGeom>
          <a:noFill/>
          <a:ln w="20320">
            <a:solidFill>
              <a:srgbClr val="05050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63766" y="2578608"/>
            <a:ext cx="274011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列見出し2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063766" y="2926080"/>
            <a:ext cx="2740110" cy="0"/>
          </a:xfrm>
          <a:prstGeom prst="line">
            <a:avLst/>
          </a:prstGeom>
          <a:noFill/>
          <a:ln w="20320">
            <a:solidFill>
              <a:srgbClr val="05050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6756" y="2578608"/>
            <a:ext cx="3001072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列見出し3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86756" y="2926080"/>
            <a:ext cx="3001072" cy="0"/>
          </a:xfrm>
          <a:prstGeom prst="line">
            <a:avLst/>
          </a:prstGeom>
          <a:noFill/>
          <a:ln w="20320">
            <a:solidFill>
              <a:srgbClr val="05050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70708" y="2578608"/>
            <a:ext cx="1565777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列見出し4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70708" y="2926080"/>
            <a:ext cx="1565777" cy="0"/>
          </a:xfrm>
          <a:prstGeom prst="line">
            <a:avLst/>
          </a:prstGeom>
          <a:noFill/>
          <a:ln w="20320">
            <a:solidFill>
              <a:srgbClr val="05050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19365" y="2578608"/>
            <a:ext cx="169625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列見出し5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919365" y="2926080"/>
            <a:ext cx="1696258" cy="0"/>
          </a:xfrm>
          <a:prstGeom prst="line">
            <a:avLst/>
          </a:prstGeom>
          <a:noFill/>
          <a:ln w="20320">
            <a:solidFill>
              <a:srgbClr val="05050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3044952"/>
            <a:ext cx="11130991" cy="832104"/>
          </a:xfrm>
          <a:prstGeom prst="rect">
            <a:avLst/>
          </a:prstGeom>
          <a:solidFill>
            <a:srgbClr val="E7F4F8"/>
          </a:solidFill>
          <a:ln/>
        </p:spPr>
      </p:sp>
      <p:sp>
        <p:nvSpPr>
          <p:cNvPr id="23" name="Text 21"/>
          <p:cNvSpPr/>
          <p:nvPr/>
        </p:nvSpPr>
        <p:spPr>
          <a:xfrm>
            <a:off x="576072" y="3118104"/>
            <a:ext cx="1304814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063766" y="3118104"/>
            <a:ext cx="2740110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986756" y="3118104"/>
            <a:ext cx="3001072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170708" y="3118104"/>
            <a:ext cx="1565777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919365" y="3118104"/>
            <a:ext cx="1696258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76072" y="3913632"/>
            <a:ext cx="11039551" cy="0"/>
          </a:xfrm>
          <a:prstGeom prst="line">
            <a:avLst/>
          </a:prstGeom>
          <a:noFill/>
          <a:ln w="6350">
            <a:solidFill>
              <a:srgbClr val="D9DCDF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576072" y="3986784"/>
            <a:ext cx="1304814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063766" y="3986784"/>
            <a:ext cx="2740110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986756" y="3986784"/>
            <a:ext cx="3001072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170708" y="3986784"/>
            <a:ext cx="1565777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919365" y="3986784"/>
            <a:ext cx="1696258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76072" y="4782312"/>
            <a:ext cx="11039551" cy="0"/>
          </a:xfrm>
          <a:prstGeom prst="line">
            <a:avLst/>
          </a:prstGeom>
          <a:noFill/>
          <a:ln w="6350">
            <a:solidFill>
              <a:srgbClr val="D9DCDF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576072" y="4855464"/>
            <a:ext cx="1304814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063766" y="4855464"/>
            <a:ext cx="2740110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986756" y="4855464"/>
            <a:ext cx="3001072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170708" y="4855464"/>
            <a:ext cx="1565777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919365" y="4855464"/>
            <a:ext cx="1696258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76072" y="5650992"/>
            <a:ext cx="11039551" cy="0"/>
          </a:xfrm>
          <a:prstGeom prst="line">
            <a:avLst/>
          </a:prstGeom>
          <a:noFill/>
          <a:ln w="6350">
            <a:solidFill>
              <a:srgbClr val="D9DCDF"/>
            </a:solidFill>
            <a:prstDash val="dash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  HEATMAP_TABLE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05050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ヒートマップ表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D9DC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2011680"/>
            <a:ext cx="237744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行の軸名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953512" y="2011680"/>
            <a:ext cx="209237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列見出し1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953512" y="2340864"/>
            <a:ext cx="2092376" cy="0"/>
          </a:xfrm>
          <a:prstGeom prst="line">
            <a:avLst/>
          </a:prstGeom>
          <a:noFill/>
          <a:ln w="17780">
            <a:solidFill>
              <a:srgbClr val="05050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19040" y="2011680"/>
            <a:ext cx="209237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列見出し2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19040" y="2340864"/>
            <a:ext cx="2092376" cy="0"/>
          </a:xfrm>
          <a:prstGeom prst="line">
            <a:avLst/>
          </a:prstGeom>
          <a:noFill/>
          <a:ln w="17780">
            <a:solidFill>
              <a:srgbClr val="05050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84568" y="2011680"/>
            <a:ext cx="209237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列見出し3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284568" y="2340864"/>
            <a:ext cx="2092376" cy="0"/>
          </a:xfrm>
          <a:prstGeom prst="line">
            <a:avLst/>
          </a:prstGeom>
          <a:noFill/>
          <a:ln w="17780">
            <a:solidFill>
              <a:srgbClr val="05050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50095" y="2011680"/>
            <a:ext cx="209237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列見出し4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450095" y="2340864"/>
            <a:ext cx="2092376" cy="0"/>
          </a:xfrm>
          <a:prstGeom prst="line">
            <a:avLst/>
          </a:prstGeom>
          <a:noFill/>
          <a:ln w="17780">
            <a:solidFill>
              <a:srgbClr val="05050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" y="2660904"/>
            <a:ext cx="22860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行見出し1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953512" y="2514600"/>
            <a:ext cx="2092376" cy="658368"/>
          </a:xfrm>
          <a:prstGeom prst="rect">
            <a:avLst/>
          </a:prstGeom>
          <a:solidFill>
            <a:srgbClr val="1E5F8C"/>
          </a:solidFill>
          <a:ln/>
        </p:spPr>
      </p:sp>
      <p:sp>
        <p:nvSpPr>
          <p:cNvPr id="21" name="Text 19"/>
          <p:cNvSpPr/>
          <p:nvPr/>
        </p:nvSpPr>
        <p:spPr>
          <a:xfrm>
            <a:off x="2953512" y="2514600"/>
            <a:ext cx="209237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119040" y="2514600"/>
            <a:ext cx="2092376" cy="658368"/>
          </a:xfrm>
          <a:prstGeom prst="rect">
            <a:avLst/>
          </a:prstGeom>
          <a:solidFill>
            <a:srgbClr val="79C8DC"/>
          </a:solidFill>
          <a:ln/>
        </p:spPr>
      </p:sp>
      <p:sp>
        <p:nvSpPr>
          <p:cNvPr id="23" name="Text 21"/>
          <p:cNvSpPr/>
          <p:nvPr/>
        </p:nvSpPr>
        <p:spPr>
          <a:xfrm>
            <a:off x="5119040" y="2514600"/>
            <a:ext cx="209237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284568" y="2514600"/>
            <a:ext cx="2092376" cy="658368"/>
          </a:xfrm>
          <a:prstGeom prst="rect">
            <a:avLst/>
          </a:prstGeom>
          <a:solidFill>
            <a:srgbClr val="E7F4F8"/>
          </a:solidFill>
          <a:ln/>
        </p:spPr>
      </p:sp>
      <p:sp>
        <p:nvSpPr>
          <p:cNvPr id="25" name="Text 23"/>
          <p:cNvSpPr/>
          <p:nvPr/>
        </p:nvSpPr>
        <p:spPr>
          <a:xfrm>
            <a:off x="7284568" y="2514600"/>
            <a:ext cx="209237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低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450095" y="2514600"/>
            <a:ext cx="2092376" cy="658368"/>
          </a:xfrm>
          <a:prstGeom prst="rect">
            <a:avLst/>
          </a:prstGeom>
          <a:solidFill>
            <a:srgbClr val="79C8DC"/>
          </a:solidFill>
          <a:ln/>
        </p:spPr>
      </p:sp>
      <p:sp>
        <p:nvSpPr>
          <p:cNvPr id="27" name="Text 25"/>
          <p:cNvSpPr/>
          <p:nvPr/>
        </p:nvSpPr>
        <p:spPr>
          <a:xfrm>
            <a:off x="9450095" y="2514600"/>
            <a:ext cx="209237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76072" y="3392424"/>
            <a:ext cx="22860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行見出し2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953512" y="3246120"/>
            <a:ext cx="2092376" cy="658368"/>
          </a:xfrm>
          <a:prstGeom prst="rect">
            <a:avLst/>
          </a:prstGeom>
          <a:solidFill>
            <a:srgbClr val="79C8DC"/>
          </a:solidFill>
          <a:ln/>
        </p:spPr>
      </p:sp>
      <p:sp>
        <p:nvSpPr>
          <p:cNvPr id="30" name="Text 28"/>
          <p:cNvSpPr/>
          <p:nvPr/>
        </p:nvSpPr>
        <p:spPr>
          <a:xfrm>
            <a:off x="2953512" y="3246120"/>
            <a:ext cx="209237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119040" y="3246120"/>
            <a:ext cx="2092376" cy="658368"/>
          </a:xfrm>
          <a:prstGeom prst="rect">
            <a:avLst/>
          </a:prstGeom>
          <a:solidFill>
            <a:srgbClr val="E7F4F8"/>
          </a:solidFill>
          <a:ln/>
        </p:spPr>
      </p:sp>
      <p:sp>
        <p:nvSpPr>
          <p:cNvPr id="32" name="Text 30"/>
          <p:cNvSpPr/>
          <p:nvPr/>
        </p:nvSpPr>
        <p:spPr>
          <a:xfrm>
            <a:off x="5119040" y="3246120"/>
            <a:ext cx="209237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低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284568" y="3246120"/>
            <a:ext cx="2092376" cy="658368"/>
          </a:xfrm>
          <a:prstGeom prst="rect">
            <a:avLst/>
          </a:prstGeom>
          <a:ln w="6350">
            <a:solidFill>
              <a:srgbClr val="D9DCD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84568" y="3246120"/>
            <a:ext cx="209237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なし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9450095" y="3246120"/>
            <a:ext cx="2092376" cy="658368"/>
          </a:xfrm>
          <a:prstGeom prst="rect">
            <a:avLst/>
          </a:prstGeom>
          <a:solidFill>
            <a:srgbClr val="E7F4F8"/>
          </a:solidFill>
          <a:ln/>
        </p:spPr>
      </p:sp>
      <p:sp>
        <p:nvSpPr>
          <p:cNvPr id="36" name="Text 34"/>
          <p:cNvSpPr/>
          <p:nvPr/>
        </p:nvSpPr>
        <p:spPr>
          <a:xfrm>
            <a:off x="9450095" y="3246120"/>
            <a:ext cx="209237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低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76072" y="4123944"/>
            <a:ext cx="22860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行見出し3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953512" y="3977640"/>
            <a:ext cx="2092376" cy="658368"/>
          </a:xfrm>
          <a:prstGeom prst="rect">
            <a:avLst/>
          </a:prstGeom>
          <a:solidFill>
            <a:srgbClr val="1E5F8C"/>
          </a:solidFill>
          <a:ln/>
        </p:spPr>
      </p:sp>
      <p:sp>
        <p:nvSpPr>
          <p:cNvPr id="39" name="Text 37"/>
          <p:cNvSpPr/>
          <p:nvPr/>
        </p:nvSpPr>
        <p:spPr>
          <a:xfrm>
            <a:off x="2953512" y="3977640"/>
            <a:ext cx="209237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119040" y="3977640"/>
            <a:ext cx="2092376" cy="658368"/>
          </a:xfrm>
          <a:prstGeom prst="rect">
            <a:avLst/>
          </a:prstGeom>
          <a:solidFill>
            <a:srgbClr val="1E5F8C"/>
          </a:solidFill>
          <a:ln/>
        </p:spPr>
      </p:sp>
      <p:sp>
        <p:nvSpPr>
          <p:cNvPr id="41" name="Text 39"/>
          <p:cNvSpPr/>
          <p:nvPr/>
        </p:nvSpPr>
        <p:spPr>
          <a:xfrm>
            <a:off x="5119040" y="3977640"/>
            <a:ext cx="209237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7284568" y="3977640"/>
            <a:ext cx="2092376" cy="658368"/>
          </a:xfrm>
          <a:prstGeom prst="rect">
            <a:avLst/>
          </a:prstGeom>
          <a:solidFill>
            <a:srgbClr val="79C8DC"/>
          </a:solidFill>
          <a:ln/>
        </p:spPr>
      </p:sp>
      <p:sp>
        <p:nvSpPr>
          <p:cNvPr id="43" name="Text 41"/>
          <p:cNvSpPr/>
          <p:nvPr/>
        </p:nvSpPr>
        <p:spPr>
          <a:xfrm>
            <a:off x="7284568" y="3977640"/>
            <a:ext cx="209237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9450095" y="3977640"/>
            <a:ext cx="2092376" cy="658368"/>
          </a:xfrm>
          <a:prstGeom prst="rect">
            <a:avLst/>
          </a:prstGeom>
          <a:solidFill>
            <a:srgbClr val="1E5F8C"/>
          </a:solidFill>
          <a:ln/>
        </p:spPr>
      </p:sp>
      <p:sp>
        <p:nvSpPr>
          <p:cNvPr id="45" name="Text 43"/>
          <p:cNvSpPr/>
          <p:nvPr/>
        </p:nvSpPr>
        <p:spPr>
          <a:xfrm>
            <a:off x="9450095" y="3977640"/>
            <a:ext cx="209237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576072" y="4855464"/>
            <a:ext cx="22860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行見出し4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2953512" y="4709160"/>
            <a:ext cx="2092376" cy="658368"/>
          </a:xfrm>
          <a:prstGeom prst="rect">
            <a:avLst/>
          </a:prstGeom>
          <a:solidFill>
            <a:srgbClr val="79C8DC"/>
          </a:solidFill>
          <a:ln/>
        </p:spPr>
      </p:sp>
      <p:sp>
        <p:nvSpPr>
          <p:cNvPr id="48" name="Text 46"/>
          <p:cNvSpPr/>
          <p:nvPr/>
        </p:nvSpPr>
        <p:spPr>
          <a:xfrm>
            <a:off x="2953512" y="4709160"/>
            <a:ext cx="209237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5119040" y="4709160"/>
            <a:ext cx="2092376" cy="658368"/>
          </a:xfrm>
          <a:prstGeom prst="rect">
            <a:avLst/>
          </a:prstGeom>
          <a:solidFill>
            <a:srgbClr val="E7F4F8"/>
          </a:solidFill>
          <a:ln/>
        </p:spPr>
      </p:sp>
      <p:sp>
        <p:nvSpPr>
          <p:cNvPr id="50" name="Text 48"/>
          <p:cNvSpPr/>
          <p:nvPr/>
        </p:nvSpPr>
        <p:spPr>
          <a:xfrm>
            <a:off x="5119040" y="4709160"/>
            <a:ext cx="209237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低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7284568" y="4709160"/>
            <a:ext cx="2092376" cy="658368"/>
          </a:xfrm>
          <a:prstGeom prst="rect">
            <a:avLst/>
          </a:prstGeom>
          <a:ln w="6350">
            <a:solidFill>
              <a:srgbClr val="D9DCD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84568" y="4709160"/>
            <a:ext cx="209237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なし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9450095" y="4709160"/>
            <a:ext cx="2092376" cy="658368"/>
          </a:xfrm>
          <a:prstGeom prst="rect">
            <a:avLst/>
          </a:prstGeom>
          <a:solidFill>
            <a:srgbClr val="E7F4F8"/>
          </a:solidFill>
          <a:ln/>
        </p:spPr>
      </p:sp>
      <p:sp>
        <p:nvSpPr>
          <p:cNvPr id="54" name="Text 52"/>
          <p:cNvSpPr/>
          <p:nvPr/>
        </p:nvSpPr>
        <p:spPr>
          <a:xfrm>
            <a:off x="9450095" y="4709160"/>
            <a:ext cx="209237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低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576072" y="5577840"/>
            <a:ext cx="201168" cy="201168"/>
          </a:xfrm>
          <a:prstGeom prst="rect">
            <a:avLst/>
          </a:prstGeom>
          <a:ln w="6350">
            <a:solidFill>
              <a:srgbClr val="D9DCD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68680" y="5577840"/>
            <a:ext cx="155448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なし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496312" y="5577840"/>
            <a:ext cx="201168" cy="201168"/>
          </a:xfrm>
          <a:prstGeom prst="rect">
            <a:avLst/>
          </a:prstGeom>
          <a:solidFill>
            <a:srgbClr val="E7F4F8"/>
          </a:solidFill>
          <a:ln/>
        </p:spPr>
      </p:sp>
      <p:sp>
        <p:nvSpPr>
          <p:cNvPr id="58" name="Text 56"/>
          <p:cNvSpPr/>
          <p:nvPr/>
        </p:nvSpPr>
        <p:spPr>
          <a:xfrm>
            <a:off x="2788920" y="5577840"/>
            <a:ext cx="155448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低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416552" y="5577840"/>
            <a:ext cx="201168" cy="201168"/>
          </a:xfrm>
          <a:prstGeom prst="rect">
            <a:avLst/>
          </a:prstGeom>
          <a:solidFill>
            <a:srgbClr val="79C8DC"/>
          </a:solidFill>
          <a:ln/>
        </p:spPr>
      </p:sp>
      <p:sp>
        <p:nvSpPr>
          <p:cNvPr id="60" name="Text 58"/>
          <p:cNvSpPr/>
          <p:nvPr/>
        </p:nvSpPr>
        <p:spPr>
          <a:xfrm>
            <a:off x="4709160" y="5577840"/>
            <a:ext cx="155448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336792" y="5577840"/>
            <a:ext cx="201168" cy="201168"/>
          </a:xfrm>
          <a:prstGeom prst="rect">
            <a:avLst/>
          </a:prstGeom>
          <a:solidFill>
            <a:srgbClr val="1E5F8C"/>
          </a:solidFill>
          <a:ln/>
        </p:spPr>
      </p:sp>
      <p:sp>
        <p:nvSpPr>
          <p:cNvPr id="62" name="Text 60"/>
          <p:cNvSpPr/>
          <p:nvPr/>
        </p:nvSpPr>
        <p:spPr>
          <a:xfrm>
            <a:off x="6629400" y="5577840"/>
            <a:ext cx="155448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  MATRIX_2X2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05050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2×2マトリクス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D9DC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76072" y="5678424"/>
            <a:ext cx="6217920" cy="0"/>
          </a:xfrm>
          <a:prstGeom prst="line">
            <a:avLst/>
          </a:prstGeom>
          <a:noFill/>
          <a:ln w="13970">
            <a:solidFill>
              <a:srgbClr val="05050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6072" y="2066544"/>
            <a:ext cx="0" cy="3611880"/>
          </a:xfrm>
          <a:prstGeom prst="line">
            <a:avLst/>
          </a:prstGeom>
          <a:noFill/>
          <a:ln w="13970">
            <a:solidFill>
              <a:srgbClr val="05050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85032" y="2066544"/>
            <a:ext cx="0" cy="3611880"/>
          </a:xfrm>
          <a:prstGeom prst="line">
            <a:avLst/>
          </a:prstGeom>
          <a:noFill/>
          <a:ln w="8890">
            <a:solidFill>
              <a:srgbClr val="D9DCD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6072" y="3872484"/>
            <a:ext cx="6217920" cy="0"/>
          </a:xfrm>
          <a:prstGeom prst="line">
            <a:avLst/>
          </a:prstGeom>
          <a:noFill/>
          <a:ln w="8890">
            <a:solidFill>
              <a:srgbClr val="D9DC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1792224"/>
            <a:ext cx="29260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縦軸名（上ほど高い）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67912" y="5733288"/>
            <a:ext cx="29260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横軸名（右ほど高い）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22622" y="2768803"/>
            <a:ext cx="1060704" cy="329184"/>
          </a:xfrm>
          <a:prstGeom prst="rect">
            <a:avLst/>
          </a:prstGeom>
          <a:solidFill>
            <a:srgbClr val="1E5F8C"/>
          </a:solidFill>
          <a:ln/>
        </p:spPr>
      </p:sp>
      <p:sp>
        <p:nvSpPr>
          <p:cNvPr id="17" name="Text 15"/>
          <p:cNvSpPr/>
          <p:nvPr/>
        </p:nvSpPr>
        <p:spPr>
          <a:xfrm>
            <a:off x="4568342" y="2814523"/>
            <a:ext cx="969264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施策1</a:t>
            </a:r>
            <a:endParaRPr lang="en-US" sz="770" dirty="0"/>
          </a:p>
        </p:txBody>
      </p:sp>
      <p:sp>
        <p:nvSpPr>
          <p:cNvPr id="18" name="Shape 16"/>
          <p:cNvSpPr/>
          <p:nvPr/>
        </p:nvSpPr>
        <p:spPr>
          <a:xfrm>
            <a:off x="4273906" y="3418942"/>
            <a:ext cx="1060704" cy="329184"/>
          </a:xfrm>
          <a:prstGeom prst="rect">
            <a:avLst/>
          </a:prstGeom>
          <a:solidFill>
            <a:srgbClr val="1E5F8C"/>
          </a:solidFill>
          <a:ln/>
        </p:spPr>
      </p:sp>
      <p:sp>
        <p:nvSpPr>
          <p:cNvPr id="19" name="Text 17"/>
          <p:cNvSpPr/>
          <p:nvPr/>
        </p:nvSpPr>
        <p:spPr>
          <a:xfrm>
            <a:off x="4319626" y="3464662"/>
            <a:ext cx="969264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施策2</a:t>
            </a:r>
            <a:endParaRPr lang="en-US" sz="770" dirty="0"/>
          </a:p>
        </p:txBody>
      </p:sp>
      <p:sp>
        <p:nvSpPr>
          <p:cNvPr id="20" name="Shape 18"/>
          <p:cNvSpPr/>
          <p:nvPr/>
        </p:nvSpPr>
        <p:spPr>
          <a:xfrm>
            <a:off x="2221992" y="3021635"/>
            <a:ext cx="1060704" cy="329184"/>
          </a:xfrm>
          <a:prstGeom prst="rect">
            <a:avLst/>
          </a:prstGeom>
          <a:ln w="7620">
            <a:solidFill>
              <a:srgbClr val="1E5F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67712" y="3067355"/>
            <a:ext cx="969264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施策3</a:t>
            </a:r>
            <a:endParaRPr lang="en-US" sz="770" dirty="0"/>
          </a:p>
        </p:txBody>
      </p:sp>
      <p:sp>
        <p:nvSpPr>
          <p:cNvPr id="22" name="Shape 20"/>
          <p:cNvSpPr/>
          <p:nvPr/>
        </p:nvSpPr>
        <p:spPr>
          <a:xfrm>
            <a:off x="2905963" y="4141318"/>
            <a:ext cx="1060704" cy="329184"/>
          </a:xfrm>
          <a:prstGeom prst="rect">
            <a:avLst/>
          </a:prstGeom>
          <a:ln w="7620">
            <a:solidFill>
              <a:srgbClr val="1E5F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51683" y="4187038"/>
            <a:ext cx="969264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施策4</a:t>
            </a:r>
            <a:endParaRPr lang="en-US" sz="770" dirty="0"/>
          </a:p>
        </p:txBody>
      </p:sp>
      <p:sp>
        <p:nvSpPr>
          <p:cNvPr id="24" name="Shape 22"/>
          <p:cNvSpPr/>
          <p:nvPr/>
        </p:nvSpPr>
        <p:spPr>
          <a:xfrm>
            <a:off x="1475842" y="4574743"/>
            <a:ext cx="1060704" cy="329184"/>
          </a:xfrm>
          <a:prstGeom prst="rect">
            <a:avLst/>
          </a:prstGeom>
          <a:ln w="7620">
            <a:solidFill>
              <a:srgbClr val="1E5F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21562" y="4620463"/>
            <a:ext cx="969264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施策5</a:t>
            </a:r>
            <a:endParaRPr lang="en-US" sz="770" dirty="0"/>
          </a:p>
        </p:txBody>
      </p:sp>
      <p:sp>
        <p:nvSpPr>
          <p:cNvPr id="26" name="Text 24"/>
          <p:cNvSpPr/>
          <p:nvPr/>
        </p:nvSpPr>
        <p:spPr>
          <a:xfrm>
            <a:off x="7315200" y="2130552"/>
            <a:ext cx="402336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452360" y="2907792"/>
            <a:ext cx="365760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452360" y="3410712"/>
            <a:ext cx="365760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  PROCESS_MATRIX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05050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プロセス×観点の行列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D9DC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2080260"/>
            <a:ext cx="21945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行の軸名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770632" y="2080260"/>
            <a:ext cx="2820314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列見出し1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70632" y="2409444"/>
            <a:ext cx="2820314" cy="0"/>
          </a:xfrm>
          <a:prstGeom prst="line">
            <a:avLst/>
          </a:prstGeom>
          <a:noFill/>
          <a:ln w="17780">
            <a:solidFill>
              <a:srgbClr val="05050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8962" y="2080260"/>
            <a:ext cx="2820314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列見出し2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718962" y="2409444"/>
            <a:ext cx="2820314" cy="0"/>
          </a:xfrm>
          <a:prstGeom prst="line">
            <a:avLst/>
          </a:prstGeom>
          <a:noFill/>
          <a:ln w="17780">
            <a:solidFill>
              <a:srgbClr val="05050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67293" y="2080260"/>
            <a:ext cx="2820314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列見出し3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67293" y="2409444"/>
            <a:ext cx="2820314" cy="0"/>
          </a:xfrm>
          <a:prstGeom prst="line">
            <a:avLst/>
          </a:prstGeom>
          <a:noFill/>
          <a:ln w="17780">
            <a:solidFill>
              <a:srgbClr val="05050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2766060"/>
            <a:ext cx="210312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行見出し1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70632" y="2583180"/>
            <a:ext cx="2820314" cy="886968"/>
          </a:xfrm>
          <a:prstGeom prst="rect">
            <a:avLst/>
          </a:prstGeom>
          <a:solidFill>
            <a:srgbClr val="E7F4F8"/>
          </a:solidFill>
          <a:ln/>
        </p:spPr>
      </p:sp>
      <p:sp>
        <p:nvSpPr>
          <p:cNvPr id="19" name="Text 17"/>
          <p:cNvSpPr/>
          <p:nvPr/>
        </p:nvSpPr>
        <p:spPr>
          <a:xfrm>
            <a:off x="2935224" y="2729484"/>
            <a:ext cx="249113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718962" y="2583180"/>
            <a:ext cx="2820314" cy="886968"/>
          </a:xfrm>
          <a:prstGeom prst="rect">
            <a:avLst/>
          </a:prstGeom>
          <a:solidFill>
            <a:srgbClr val="E7F4F8"/>
          </a:solidFill>
          <a:ln/>
        </p:spPr>
      </p:sp>
      <p:sp>
        <p:nvSpPr>
          <p:cNvPr id="21" name="Text 19"/>
          <p:cNvSpPr/>
          <p:nvPr/>
        </p:nvSpPr>
        <p:spPr>
          <a:xfrm>
            <a:off x="5883554" y="2729484"/>
            <a:ext cx="249113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76072" y="3817620"/>
            <a:ext cx="210312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行見出し2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70632" y="3634740"/>
            <a:ext cx="2820314" cy="886968"/>
          </a:xfrm>
          <a:prstGeom prst="rect">
            <a:avLst/>
          </a:prstGeom>
          <a:solidFill>
            <a:srgbClr val="E7F4F8"/>
          </a:solidFill>
          <a:ln/>
        </p:spPr>
      </p:sp>
      <p:sp>
        <p:nvSpPr>
          <p:cNvPr id="24" name="Text 22"/>
          <p:cNvSpPr/>
          <p:nvPr/>
        </p:nvSpPr>
        <p:spPr>
          <a:xfrm>
            <a:off x="2935224" y="3781044"/>
            <a:ext cx="249113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718962" y="3634740"/>
            <a:ext cx="2820314" cy="886968"/>
          </a:xfrm>
          <a:prstGeom prst="rect">
            <a:avLst/>
          </a:prstGeom>
          <a:solidFill>
            <a:srgbClr val="E7F4F8"/>
          </a:solidFill>
          <a:ln/>
        </p:spPr>
      </p:sp>
      <p:sp>
        <p:nvSpPr>
          <p:cNvPr id="26" name="Text 24"/>
          <p:cNvSpPr/>
          <p:nvPr/>
        </p:nvSpPr>
        <p:spPr>
          <a:xfrm>
            <a:off x="5883554" y="3781044"/>
            <a:ext cx="249113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76072" y="4869180"/>
            <a:ext cx="210312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行見出し3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70632" y="4686300"/>
            <a:ext cx="2820314" cy="886968"/>
          </a:xfrm>
          <a:prstGeom prst="rect">
            <a:avLst/>
          </a:prstGeom>
          <a:solidFill>
            <a:srgbClr val="E7F4F8"/>
          </a:solidFill>
          <a:ln/>
        </p:spPr>
      </p:sp>
      <p:sp>
        <p:nvSpPr>
          <p:cNvPr id="29" name="Text 27"/>
          <p:cNvSpPr/>
          <p:nvPr/>
        </p:nvSpPr>
        <p:spPr>
          <a:xfrm>
            <a:off x="2935224" y="4832604"/>
            <a:ext cx="249113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718962" y="4686300"/>
            <a:ext cx="2820314" cy="886968"/>
          </a:xfrm>
          <a:prstGeom prst="rect">
            <a:avLst/>
          </a:prstGeom>
          <a:solidFill>
            <a:srgbClr val="E7F4F8"/>
          </a:solidFill>
          <a:ln/>
        </p:spPr>
      </p:sp>
      <p:sp>
        <p:nvSpPr>
          <p:cNvPr id="31" name="Text 29"/>
          <p:cNvSpPr/>
          <p:nvPr/>
        </p:nvSpPr>
        <p:spPr>
          <a:xfrm>
            <a:off x="5883554" y="4832604"/>
            <a:ext cx="249113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667293" y="4686300"/>
            <a:ext cx="2820314" cy="886968"/>
          </a:xfrm>
          <a:prstGeom prst="rect">
            <a:avLst/>
          </a:prstGeom>
          <a:solidFill>
            <a:srgbClr val="E7F4F8"/>
          </a:solidFill>
          <a:ln/>
        </p:spPr>
      </p:sp>
      <p:sp>
        <p:nvSpPr>
          <p:cNvPr id="33" name="Text 31"/>
          <p:cNvSpPr/>
          <p:nvPr/>
        </p:nvSpPr>
        <p:spPr>
          <a:xfrm>
            <a:off x="8831885" y="4832604"/>
            <a:ext cx="249113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  NESTED_ROW_MATRIX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05050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入れ子行の行列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D9DC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1847088"/>
            <a:ext cx="21031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大分類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679192" y="1847088"/>
            <a:ext cx="237744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小分類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239512" y="1847088"/>
            <a:ext cx="6376111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内容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76072" y="2176272"/>
            <a:ext cx="11039551" cy="0"/>
          </a:xfrm>
          <a:prstGeom prst="line">
            <a:avLst/>
          </a:prstGeom>
          <a:noFill/>
          <a:ln w="15240">
            <a:solidFill>
              <a:srgbClr val="05050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6072" y="2286000"/>
            <a:ext cx="0" cy="2236622"/>
          </a:xfrm>
          <a:prstGeom prst="line">
            <a:avLst/>
          </a:prstGeom>
          <a:noFill/>
          <a:ln w="25400">
            <a:solidFill>
              <a:srgbClr val="05050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2286000"/>
            <a:ext cx="1883664" cy="223662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679192" y="2304288"/>
            <a:ext cx="2194560" cy="64190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39512" y="2322576"/>
            <a:ext cx="6376111" cy="56875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marL="152400" indent="-152400">
              <a:buSzPct val="100000"/>
              <a:buChar char="•"/>
            </a:pPr>
            <a:r>
              <a:rPr lang="en-US" sz="11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150" dirty="0"/>
          </a:p>
          <a:p>
            <a:pPr algn="l" marL="152400" indent="-152400">
              <a:buSzPct val="100000"/>
              <a:buChar char="•"/>
            </a:pPr>
            <a:r>
              <a:rPr lang="en-US" sz="11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679192" y="3019349"/>
            <a:ext cx="8936431" cy="0"/>
          </a:xfrm>
          <a:prstGeom prst="line">
            <a:avLst/>
          </a:prstGeom>
          <a:noFill/>
          <a:ln w="7620">
            <a:solidFill>
              <a:srgbClr val="D9DC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79192" y="3092501"/>
            <a:ext cx="2194560" cy="64190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39512" y="3110789"/>
            <a:ext cx="6376111" cy="56875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marL="152400" indent="-152400">
              <a:buSzPct val="100000"/>
              <a:buChar char="•"/>
            </a:pPr>
            <a:r>
              <a:rPr lang="en-US" sz="11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150" dirty="0"/>
          </a:p>
          <a:p>
            <a:pPr algn="l" marL="152400" indent="-152400">
              <a:buSzPct val="100000"/>
              <a:buChar char="•"/>
            </a:pPr>
            <a:r>
              <a:rPr lang="en-US" sz="11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679192" y="3807562"/>
            <a:ext cx="8936431" cy="0"/>
          </a:xfrm>
          <a:prstGeom prst="line">
            <a:avLst/>
          </a:prstGeom>
          <a:noFill/>
          <a:ln w="7620">
            <a:solidFill>
              <a:srgbClr val="D9DCD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79192" y="3880714"/>
            <a:ext cx="2194560" cy="64190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39512" y="3899002"/>
            <a:ext cx="6376111" cy="56875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marL="152400" indent="-152400">
              <a:buSzPct val="100000"/>
              <a:buChar char="•"/>
            </a:pPr>
            <a:r>
              <a:rPr lang="en-US" sz="11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5</a:t>
            </a:r>
            <a:endParaRPr lang="en-US" sz="1150" dirty="0"/>
          </a:p>
          <a:p>
            <a:pPr algn="l" marL="152400" indent="-152400">
              <a:buSzPct val="100000"/>
              <a:buChar char="•"/>
            </a:pPr>
            <a:r>
              <a:rPr lang="en-US" sz="11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6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76072" y="4650638"/>
            <a:ext cx="0" cy="1448410"/>
          </a:xfrm>
          <a:prstGeom prst="line">
            <a:avLst/>
          </a:prstGeom>
          <a:noFill/>
          <a:ln w="25400">
            <a:solidFill>
              <a:srgbClr val="05050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" y="4650638"/>
            <a:ext cx="1883664" cy="144841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ラベル5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76072" y="4595774"/>
            <a:ext cx="11039551" cy="0"/>
          </a:xfrm>
          <a:prstGeom prst="line">
            <a:avLst/>
          </a:prstGeom>
          <a:noFill/>
          <a:ln w="11430">
            <a:solidFill>
              <a:srgbClr val="666B7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79192" y="4668926"/>
            <a:ext cx="2194560" cy="64190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39512" y="4687214"/>
            <a:ext cx="6376111" cy="56875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marL="152400" indent="-152400">
              <a:buSzPct val="100000"/>
              <a:buChar char="•"/>
            </a:pPr>
            <a:r>
              <a:rPr lang="en-US" sz="11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7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679192" y="5383987"/>
            <a:ext cx="8936431" cy="0"/>
          </a:xfrm>
          <a:prstGeom prst="line">
            <a:avLst/>
          </a:prstGeom>
          <a:noFill/>
          <a:ln w="7620">
            <a:solidFill>
              <a:srgbClr val="D9DCD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79192" y="5457139"/>
            <a:ext cx="2194560" cy="64190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39512" y="5475427"/>
            <a:ext cx="6376111" cy="56875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marL="152400" indent="-152400">
              <a:buSzPct val="100000"/>
              <a:buChar char="•"/>
            </a:pPr>
            <a:r>
              <a:rPr lang="en-US" sz="11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8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  TIMELINE_MATRIX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05050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時系列マトリクス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D9DC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2258568"/>
            <a:ext cx="18288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段階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76072" y="2587752"/>
            <a:ext cx="1645920" cy="0"/>
          </a:xfrm>
          <a:prstGeom prst="line">
            <a:avLst/>
          </a:prstGeom>
          <a:noFill/>
          <a:ln w="17780">
            <a:solidFill>
              <a:srgbClr val="05050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04872" y="2258568"/>
            <a:ext cx="288737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列見出し1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404872" y="2587752"/>
            <a:ext cx="2887370" cy="0"/>
          </a:xfrm>
          <a:prstGeom prst="line">
            <a:avLst/>
          </a:prstGeom>
          <a:noFill/>
          <a:ln w="17780">
            <a:solidFill>
              <a:srgbClr val="05050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75122" y="2258568"/>
            <a:ext cx="288737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列見出し2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75122" y="2587752"/>
            <a:ext cx="2887370" cy="0"/>
          </a:xfrm>
          <a:prstGeom prst="line">
            <a:avLst/>
          </a:prstGeom>
          <a:noFill/>
          <a:ln w="17780">
            <a:solidFill>
              <a:srgbClr val="05050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5373" y="2258568"/>
            <a:ext cx="288737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列見出し3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545373" y="2587752"/>
            <a:ext cx="2887370" cy="0"/>
          </a:xfrm>
          <a:prstGeom prst="line">
            <a:avLst/>
          </a:prstGeom>
          <a:noFill/>
          <a:ln w="17780">
            <a:solidFill>
              <a:srgbClr val="05050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" y="2871216"/>
            <a:ext cx="16459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5F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期間1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404872" y="2871216"/>
            <a:ext cx="288737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75122" y="2871216"/>
            <a:ext cx="288737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545373" y="2871216"/>
            <a:ext cx="288737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76072" y="3639312"/>
            <a:ext cx="11039551" cy="0"/>
          </a:xfrm>
          <a:prstGeom prst="line">
            <a:avLst/>
          </a:prstGeom>
          <a:noFill/>
          <a:ln w="6350">
            <a:solidFill>
              <a:srgbClr val="D9DCDF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76072" y="3785616"/>
            <a:ext cx="16459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5F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期間2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404872" y="3785616"/>
            <a:ext cx="288737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75122" y="3785616"/>
            <a:ext cx="288737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545373" y="3785616"/>
            <a:ext cx="288737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76072" y="4553712"/>
            <a:ext cx="11039551" cy="0"/>
          </a:xfrm>
          <a:prstGeom prst="line">
            <a:avLst/>
          </a:prstGeom>
          <a:noFill/>
          <a:ln w="6350">
            <a:solidFill>
              <a:srgbClr val="D9DCDF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576072" y="4700016"/>
            <a:ext cx="16459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5F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期間3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404872" y="4700016"/>
            <a:ext cx="288737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75122" y="4700016"/>
            <a:ext cx="288737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545373" y="4700016"/>
            <a:ext cx="288737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76072" y="5468112"/>
            <a:ext cx="11039551" cy="0"/>
          </a:xfrm>
          <a:prstGeom prst="line">
            <a:avLst/>
          </a:prstGeom>
          <a:noFill/>
          <a:ln w="6350">
            <a:solidFill>
              <a:srgbClr val="D9DCDF"/>
            </a:solidFill>
            <a:prstDash val="dash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  THEME_CARD_GRID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05050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テーマカード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D9DC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1901952"/>
            <a:ext cx="11039551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指標名、単位、YYYY〜YYYY年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76072" y="2487168"/>
            <a:ext cx="2554148" cy="274320"/>
          </a:xfrm>
          <a:prstGeom prst="rect">
            <a:avLst/>
          </a:prstGeom>
          <a:solidFill>
            <a:srgbClr val="1E5F8C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" y="2514600"/>
            <a:ext cx="2407844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76072" y="2944368"/>
            <a:ext cx="2554148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5F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76072" y="3511296"/>
            <a:ext cx="2554148" cy="1737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76072" y="5276088"/>
            <a:ext cx="2554148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3.4x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3267380" y="2487168"/>
            <a:ext cx="0" cy="3200400"/>
          </a:xfrm>
          <a:prstGeom prst="line">
            <a:avLst/>
          </a:prstGeom>
          <a:noFill/>
          <a:ln w="12700">
            <a:solidFill>
              <a:srgbClr val="D9DCDF"/>
            </a:solidFill>
            <a:prstDash val="dot"/>
          </a:ln>
        </p:spPr>
      </p:sp>
      <p:sp>
        <p:nvSpPr>
          <p:cNvPr id="17" name="Shape 15"/>
          <p:cNvSpPr/>
          <p:nvPr/>
        </p:nvSpPr>
        <p:spPr>
          <a:xfrm>
            <a:off x="3404540" y="2487168"/>
            <a:ext cx="2554148" cy="274320"/>
          </a:xfrm>
          <a:prstGeom prst="rect">
            <a:avLst/>
          </a:prstGeom>
          <a:solidFill>
            <a:srgbClr val="1E5F8C"/>
          </a:solidFill>
          <a:ln/>
        </p:spPr>
      </p:sp>
      <p:sp>
        <p:nvSpPr>
          <p:cNvPr id="18" name="Text 16"/>
          <p:cNvSpPr/>
          <p:nvPr/>
        </p:nvSpPr>
        <p:spPr>
          <a:xfrm>
            <a:off x="3477692" y="2514600"/>
            <a:ext cx="2407844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04540" y="2944368"/>
            <a:ext cx="2554148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5F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04540" y="3511296"/>
            <a:ext cx="2554148" cy="1737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404540" y="5276088"/>
            <a:ext cx="2554148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+22%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6095848" y="2487168"/>
            <a:ext cx="0" cy="3200400"/>
          </a:xfrm>
          <a:prstGeom prst="line">
            <a:avLst/>
          </a:prstGeom>
          <a:noFill/>
          <a:ln w="12700">
            <a:solidFill>
              <a:srgbClr val="D9DCDF"/>
            </a:solidFill>
            <a:prstDash val="dot"/>
          </a:ln>
        </p:spPr>
      </p:sp>
      <p:sp>
        <p:nvSpPr>
          <p:cNvPr id="23" name="Shape 21"/>
          <p:cNvSpPr/>
          <p:nvPr/>
        </p:nvSpPr>
        <p:spPr>
          <a:xfrm>
            <a:off x="6233008" y="2487168"/>
            <a:ext cx="2554148" cy="274320"/>
          </a:xfrm>
          <a:prstGeom prst="rect">
            <a:avLst/>
          </a:prstGeom>
          <a:solidFill>
            <a:srgbClr val="1E5F8C"/>
          </a:solidFill>
          <a:ln/>
        </p:spPr>
      </p:sp>
      <p:sp>
        <p:nvSpPr>
          <p:cNvPr id="24" name="Text 22"/>
          <p:cNvSpPr/>
          <p:nvPr/>
        </p:nvSpPr>
        <p:spPr>
          <a:xfrm>
            <a:off x="6306160" y="2514600"/>
            <a:ext cx="2407844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33008" y="2944368"/>
            <a:ext cx="2554148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5F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33008" y="3511296"/>
            <a:ext cx="2554148" cy="1737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233008" y="5276088"/>
            <a:ext cx="2554148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-41%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8924315" y="2487168"/>
            <a:ext cx="0" cy="3200400"/>
          </a:xfrm>
          <a:prstGeom prst="line">
            <a:avLst/>
          </a:prstGeom>
          <a:noFill/>
          <a:ln w="12700">
            <a:solidFill>
              <a:srgbClr val="D9DCDF"/>
            </a:solidFill>
            <a:prstDash val="dot"/>
          </a:ln>
        </p:spPr>
      </p:sp>
      <p:sp>
        <p:nvSpPr>
          <p:cNvPr id="29" name="Shape 27"/>
          <p:cNvSpPr/>
          <p:nvPr/>
        </p:nvSpPr>
        <p:spPr>
          <a:xfrm>
            <a:off x="9061475" y="2487168"/>
            <a:ext cx="2554148" cy="274320"/>
          </a:xfrm>
          <a:prstGeom prst="rect">
            <a:avLst/>
          </a:prstGeom>
          <a:solidFill>
            <a:srgbClr val="1E5F8C"/>
          </a:solidFill>
          <a:ln/>
        </p:spPr>
      </p:sp>
      <p:sp>
        <p:nvSpPr>
          <p:cNvPr id="30" name="Text 28"/>
          <p:cNvSpPr/>
          <p:nvPr/>
        </p:nvSpPr>
        <p:spPr>
          <a:xfrm>
            <a:off x="9134627" y="2514600"/>
            <a:ext cx="2407844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061475" y="2944368"/>
            <a:ext cx="2554148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5F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061475" y="3511296"/>
            <a:ext cx="2554148" cy="1737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061475" y="5276088"/>
            <a:ext cx="2554148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92%</a:t>
            </a:r>
            <a:endParaRPr lang="en-US" sz="2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  RECOMMENDATION_PILLARS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05050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提言の柱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D9DC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21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76072" y="2103120"/>
            <a:ext cx="3375050" cy="0"/>
          </a:xfrm>
          <a:prstGeom prst="line">
            <a:avLst/>
          </a:prstGeom>
          <a:noFill/>
          <a:ln w="31750">
            <a:solidFill>
              <a:srgbClr val="1E5F8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6072" y="2267712"/>
            <a:ext cx="457200" cy="457200"/>
          </a:xfrm>
          <a:prstGeom prst="ellipse">
            <a:avLst/>
          </a:prstGeom>
          <a:solidFill>
            <a:srgbClr val="1E5F8C"/>
          </a:solidFill>
          <a:ln/>
        </p:spPr>
      </p:sp>
      <p:sp>
        <p:nvSpPr>
          <p:cNvPr id="12" name="Text 10"/>
          <p:cNvSpPr/>
          <p:nvPr/>
        </p:nvSpPr>
        <p:spPr>
          <a:xfrm>
            <a:off x="576072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6072" y="2871216"/>
            <a:ext cx="337505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76072" y="3383280"/>
            <a:ext cx="337505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6072" y="4023360"/>
            <a:ext cx="3375050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marL="152400" indent="-152400">
              <a:buSzPct val="100000"/>
              <a:buChar char="•"/>
            </a:pPr>
            <a:r>
              <a:rPr lang="en-US" sz="120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200" dirty="0"/>
          </a:p>
          <a:p>
            <a:pPr algn="l" marL="152400" indent="-152400">
              <a:buSzPct val="100000"/>
              <a:buChar char="•"/>
            </a:pPr>
            <a:r>
              <a:rPr lang="en-US" sz="120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08322" y="2103120"/>
            <a:ext cx="3375050" cy="0"/>
          </a:xfrm>
          <a:prstGeom prst="line">
            <a:avLst/>
          </a:prstGeom>
          <a:noFill/>
          <a:ln w="31750">
            <a:solidFill>
              <a:srgbClr val="1E5F8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08322" y="2267712"/>
            <a:ext cx="457200" cy="457200"/>
          </a:xfrm>
          <a:prstGeom prst="ellipse">
            <a:avLst/>
          </a:prstGeom>
          <a:solidFill>
            <a:srgbClr val="1E5F8C"/>
          </a:solidFill>
          <a:ln/>
        </p:spPr>
      </p:sp>
      <p:sp>
        <p:nvSpPr>
          <p:cNvPr id="18" name="Text 16"/>
          <p:cNvSpPr/>
          <p:nvPr/>
        </p:nvSpPr>
        <p:spPr>
          <a:xfrm>
            <a:off x="4408322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08322" y="2871216"/>
            <a:ext cx="337505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408322" y="3383280"/>
            <a:ext cx="337505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08322" y="4023360"/>
            <a:ext cx="3375050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marL="152400" indent="-152400">
              <a:buSzPct val="100000"/>
              <a:buChar char="•"/>
            </a:pPr>
            <a:r>
              <a:rPr lang="en-US" sz="120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5</a:t>
            </a:r>
            <a:endParaRPr lang="en-US" sz="1200" dirty="0"/>
          </a:p>
          <a:p>
            <a:pPr algn="l" marL="152400" indent="-152400">
              <a:buSzPct val="100000"/>
              <a:buChar char="•"/>
            </a:pPr>
            <a:r>
              <a:rPr lang="en-US" sz="120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6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40573" y="2103120"/>
            <a:ext cx="3375050" cy="0"/>
          </a:xfrm>
          <a:prstGeom prst="line">
            <a:avLst/>
          </a:prstGeom>
          <a:noFill/>
          <a:ln w="31750">
            <a:solidFill>
              <a:srgbClr val="1E5F8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40573" y="2267712"/>
            <a:ext cx="457200" cy="457200"/>
          </a:xfrm>
          <a:prstGeom prst="ellipse">
            <a:avLst/>
          </a:prstGeom>
          <a:solidFill>
            <a:srgbClr val="1E5F8C"/>
          </a:solidFill>
          <a:ln/>
        </p:spPr>
      </p:sp>
      <p:sp>
        <p:nvSpPr>
          <p:cNvPr id="24" name="Text 22"/>
          <p:cNvSpPr/>
          <p:nvPr/>
        </p:nvSpPr>
        <p:spPr>
          <a:xfrm>
            <a:off x="8240573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40573" y="2871216"/>
            <a:ext cx="337505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40573" y="3383280"/>
            <a:ext cx="337505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7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40573" y="4023360"/>
            <a:ext cx="3375050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marL="152400" indent="-152400">
              <a:buSzPct val="100000"/>
              <a:buChar char="•"/>
            </a:pPr>
            <a:r>
              <a:rPr lang="en-US" sz="120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8</a:t>
            </a:r>
            <a:endParaRPr lang="en-US" sz="1200" dirty="0"/>
          </a:p>
          <a:p>
            <a:pPr algn="l" marL="152400" indent="-152400">
              <a:buSzPct val="100000"/>
              <a:buChar char="•"/>
            </a:pPr>
            <a:r>
              <a:rPr lang="en-US" sz="120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9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21  NUMBERED_IMPERATIVES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05050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番号つき打ち手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D9DC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22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1833372"/>
            <a:ext cx="11039551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指標名、単位、YYYY〜YYYY年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76072" y="2418588"/>
            <a:ext cx="1915302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5F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576072" y="2985516"/>
            <a:ext cx="1915302" cy="0"/>
          </a:xfrm>
          <a:prstGeom prst="line">
            <a:avLst/>
          </a:prstGeom>
          <a:noFill/>
          <a:ln w="12700">
            <a:solidFill>
              <a:srgbClr val="05050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3095244"/>
            <a:ext cx="1915302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76072" y="3698748"/>
            <a:ext cx="1915302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57134" y="2418588"/>
            <a:ext cx="1915302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5F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2857134" y="2985516"/>
            <a:ext cx="1915302" cy="0"/>
          </a:xfrm>
          <a:prstGeom prst="line">
            <a:avLst/>
          </a:prstGeom>
          <a:noFill/>
          <a:ln w="12700">
            <a:solidFill>
              <a:srgbClr val="05050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57134" y="3095244"/>
            <a:ext cx="1915302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857134" y="3698748"/>
            <a:ext cx="1915302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38196" y="2418588"/>
            <a:ext cx="1915302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5F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5138196" y="2985516"/>
            <a:ext cx="1915302" cy="0"/>
          </a:xfrm>
          <a:prstGeom prst="line">
            <a:avLst/>
          </a:prstGeom>
          <a:noFill/>
          <a:ln w="12700">
            <a:solidFill>
              <a:srgbClr val="05050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38196" y="3095244"/>
            <a:ext cx="1915302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138196" y="3698748"/>
            <a:ext cx="1915302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19259" y="2418588"/>
            <a:ext cx="1915302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5F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3000" dirty="0"/>
          </a:p>
        </p:txBody>
      </p:sp>
      <p:sp>
        <p:nvSpPr>
          <p:cNvPr id="24" name="Shape 22"/>
          <p:cNvSpPr/>
          <p:nvPr/>
        </p:nvSpPr>
        <p:spPr>
          <a:xfrm>
            <a:off x="7419259" y="2985516"/>
            <a:ext cx="1915302" cy="0"/>
          </a:xfrm>
          <a:prstGeom prst="line">
            <a:avLst/>
          </a:prstGeom>
          <a:noFill/>
          <a:ln w="12700">
            <a:solidFill>
              <a:srgbClr val="05050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19259" y="3095244"/>
            <a:ext cx="1915302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419259" y="3698748"/>
            <a:ext cx="1915302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700321" y="2418588"/>
            <a:ext cx="1915302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5F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3000" dirty="0"/>
          </a:p>
        </p:txBody>
      </p:sp>
      <p:sp>
        <p:nvSpPr>
          <p:cNvPr id="28" name="Shape 26"/>
          <p:cNvSpPr/>
          <p:nvPr/>
        </p:nvSpPr>
        <p:spPr>
          <a:xfrm>
            <a:off x="9700321" y="2985516"/>
            <a:ext cx="1915302" cy="0"/>
          </a:xfrm>
          <a:prstGeom prst="line">
            <a:avLst/>
          </a:prstGeom>
          <a:noFill/>
          <a:ln w="12700">
            <a:solidFill>
              <a:srgbClr val="05050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00321" y="3095244"/>
            <a:ext cx="1915302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6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700321" y="3698748"/>
            <a:ext cx="1915302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5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22  SCR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05050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Situation・Complication・Resolution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D9DC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23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1920240"/>
            <a:ext cx="340553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Situation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76072" y="2304288"/>
            <a:ext cx="3405530" cy="0"/>
          </a:xfrm>
          <a:prstGeom prst="line">
            <a:avLst/>
          </a:prstGeom>
          <a:noFill/>
          <a:ln w="25400">
            <a:solidFill>
              <a:srgbClr val="05050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2468880"/>
            <a:ext cx="340553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76072" y="3383280"/>
            <a:ext cx="340553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76072" y="4937760"/>
            <a:ext cx="3405530" cy="0"/>
          </a:xfrm>
          <a:prstGeom prst="line">
            <a:avLst/>
          </a:prstGeom>
          <a:noFill/>
          <a:ln w="9525">
            <a:solidFill>
              <a:srgbClr val="666B70"/>
            </a:solidFill>
            <a:prstDash val="sysDot"/>
          </a:ln>
        </p:spPr>
      </p:sp>
      <p:sp>
        <p:nvSpPr>
          <p:cNvPr id="15" name="Text 13"/>
          <p:cNvSpPr/>
          <p:nvPr/>
        </p:nvSpPr>
        <p:spPr>
          <a:xfrm>
            <a:off x="576072" y="5074920"/>
            <a:ext cx="340553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注：前提や注記を記載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3082" y="1920240"/>
            <a:ext cx="340553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Complication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393082" y="2304288"/>
            <a:ext cx="3405530" cy="0"/>
          </a:xfrm>
          <a:prstGeom prst="line">
            <a:avLst/>
          </a:prstGeom>
          <a:noFill/>
          <a:ln w="25400">
            <a:solidFill>
              <a:srgbClr val="05050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3082" y="2468880"/>
            <a:ext cx="340553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393082" y="3383280"/>
            <a:ext cx="340553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93082" y="4937760"/>
            <a:ext cx="3405530" cy="0"/>
          </a:xfrm>
          <a:prstGeom prst="line">
            <a:avLst/>
          </a:prstGeom>
          <a:noFill/>
          <a:ln w="9525">
            <a:solidFill>
              <a:srgbClr val="666B70"/>
            </a:solidFill>
            <a:prstDash val="sysDot"/>
          </a:ln>
        </p:spPr>
      </p:sp>
      <p:sp>
        <p:nvSpPr>
          <p:cNvPr id="21" name="Text 19"/>
          <p:cNvSpPr/>
          <p:nvPr/>
        </p:nvSpPr>
        <p:spPr>
          <a:xfrm>
            <a:off x="4393082" y="5074920"/>
            <a:ext cx="340553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注：前提や注記を記載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10093" y="1920240"/>
            <a:ext cx="340553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Resolution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210093" y="2304288"/>
            <a:ext cx="3405530" cy="0"/>
          </a:xfrm>
          <a:prstGeom prst="line">
            <a:avLst/>
          </a:prstGeom>
          <a:noFill/>
          <a:ln w="25400">
            <a:solidFill>
              <a:srgbClr val="05050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10093" y="2468880"/>
            <a:ext cx="340553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210093" y="3383280"/>
            <a:ext cx="340553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6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210093" y="4937760"/>
            <a:ext cx="3405530" cy="0"/>
          </a:xfrm>
          <a:prstGeom prst="line">
            <a:avLst/>
          </a:prstGeom>
          <a:noFill/>
          <a:ln w="9525">
            <a:solidFill>
              <a:srgbClr val="666B70"/>
            </a:solidFill>
            <a:prstDash val="sysDot"/>
          </a:ln>
        </p:spPr>
      </p:sp>
      <p:sp>
        <p:nvSpPr>
          <p:cNvPr id="27" name="Text 25"/>
          <p:cNvSpPr/>
          <p:nvPr/>
        </p:nvSpPr>
        <p:spPr>
          <a:xfrm>
            <a:off x="8210093" y="5074920"/>
            <a:ext cx="340553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注：前提や注記を記載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23  ISSUE_TO_SOLUTION_MAP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05050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課題と打ち手の対応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D9DC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24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2052828"/>
            <a:ext cx="510829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76072" y="2418588"/>
            <a:ext cx="5108296" cy="0"/>
          </a:xfrm>
          <a:prstGeom prst="line">
            <a:avLst/>
          </a:prstGeom>
          <a:noFill/>
          <a:ln w="25400">
            <a:solidFill>
              <a:srgbClr val="05050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07328" y="2052828"/>
            <a:ext cx="510829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打ち手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507328" y="2418588"/>
            <a:ext cx="5108296" cy="0"/>
          </a:xfrm>
          <a:prstGeom prst="line">
            <a:avLst/>
          </a:prstGeom>
          <a:noFill/>
          <a:ln w="25400">
            <a:solidFill>
              <a:srgbClr val="05050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2702052"/>
            <a:ext cx="5108296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07328" y="2702052"/>
            <a:ext cx="5108296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07328" y="3104388"/>
            <a:ext cx="5108296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76072" y="3643884"/>
            <a:ext cx="5108296" cy="0"/>
          </a:xfrm>
          <a:prstGeom prst="line">
            <a:avLst/>
          </a:prstGeom>
          <a:noFill/>
          <a:ln w="6350">
            <a:solidFill>
              <a:srgbClr val="D9DCDF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6507328" y="3643884"/>
            <a:ext cx="5108296" cy="0"/>
          </a:xfrm>
          <a:prstGeom prst="line">
            <a:avLst/>
          </a:prstGeom>
          <a:noFill/>
          <a:ln w="6350">
            <a:solidFill>
              <a:srgbClr val="D9DCDF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576072" y="3753612"/>
            <a:ext cx="5108296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07328" y="3753612"/>
            <a:ext cx="5108296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5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07328" y="4155948"/>
            <a:ext cx="5108296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6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76072" y="4695444"/>
            <a:ext cx="5108296" cy="0"/>
          </a:xfrm>
          <a:prstGeom prst="line">
            <a:avLst/>
          </a:prstGeom>
          <a:noFill/>
          <a:ln w="6350">
            <a:solidFill>
              <a:srgbClr val="D9DCDF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6507328" y="4695444"/>
            <a:ext cx="5108296" cy="0"/>
          </a:xfrm>
          <a:prstGeom prst="line">
            <a:avLst/>
          </a:prstGeom>
          <a:noFill/>
          <a:ln w="6350">
            <a:solidFill>
              <a:srgbClr val="D9DCDF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576072" y="4805172"/>
            <a:ext cx="5108296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7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507328" y="4805172"/>
            <a:ext cx="5108296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8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507328" y="5207508"/>
            <a:ext cx="5108296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9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 rot="5400000">
            <a:off x="5986120" y="4123944"/>
            <a:ext cx="219456" cy="201168"/>
          </a:xfrm>
          <a:prstGeom prst="triangle">
            <a:avLst/>
          </a:prstGeom>
          <a:solidFill>
            <a:srgbClr val="071B2C"/>
          </a:solidFill>
          <a:ln/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24  ISSUE_CAUSE_SOLUTION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05050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課題→原因→解決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D9DC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2514600"/>
            <a:ext cx="322265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76072" y="2898648"/>
            <a:ext cx="3222650" cy="0"/>
          </a:xfrm>
          <a:prstGeom prst="line">
            <a:avLst/>
          </a:prstGeom>
          <a:noFill/>
          <a:ln w="25400">
            <a:solidFill>
              <a:srgbClr val="05050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3063240"/>
            <a:ext cx="322265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76072" y="3749040"/>
            <a:ext cx="3222650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35298" y="3794760"/>
            <a:ext cx="292608" cy="201168"/>
          </a:xfrm>
          <a:prstGeom prst="rightArrow">
            <a:avLst/>
          </a:prstGeom>
          <a:solidFill>
            <a:srgbClr val="1E5F8C"/>
          </a:solidFill>
          <a:ln/>
        </p:spPr>
      </p:sp>
      <p:sp>
        <p:nvSpPr>
          <p:cNvPr id="15" name="Text 13"/>
          <p:cNvSpPr/>
          <p:nvPr/>
        </p:nvSpPr>
        <p:spPr>
          <a:xfrm>
            <a:off x="4255922" y="2514600"/>
            <a:ext cx="322265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255922" y="2898648"/>
            <a:ext cx="3222650" cy="0"/>
          </a:xfrm>
          <a:prstGeom prst="line">
            <a:avLst/>
          </a:prstGeom>
          <a:noFill/>
          <a:ln w="25400">
            <a:solidFill>
              <a:srgbClr val="05050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55922" y="3063240"/>
            <a:ext cx="322265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55922" y="3749040"/>
            <a:ext cx="3222650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15149" y="3794760"/>
            <a:ext cx="292608" cy="201168"/>
          </a:xfrm>
          <a:prstGeom prst="rightArrow">
            <a:avLst/>
          </a:prstGeom>
          <a:solidFill>
            <a:srgbClr val="1E5F8C"/>
          </a:solidFill>
          <a:ln/>
        </p:spPr>
      </p:sp>
      <p:sp>
        <p:nvSpPr>
          <p:cNvPr id="20" name="Text 18"/>
          <p:cNvSpPr/>
          <p:nvPr/>
        </p:nvSpPr>
        <p:spPr>
          <a:xfrm>
            <a:off x="7935773" y="2514600"/>
            <a:ext cx="322265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ラベル3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935773" y="2898648"/>
            <a:ext cx="3222650" cy="0"/>
          </a:xfrm>
          <a:prstGeom prst="line">
            <a:avLst/>
          </a:prstGeom>
          <a:noFill/>
          <a:ln w="25400">
            <a:solidFill>
              <a:srgbClr val="05050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35773" y="3063240"/>
            <a:ext cx="322265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935773" y="3749040"/>
            <a:ext cx="3222650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6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  ISSUE_TREE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05050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イシューツリー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D9DC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26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76072" y="3584448"/>
            <a:ext cx="2286000" cy="1005840"/>
          </a:xfrm>
          <a:prstGeom prst="rect">
            <a:avLst/>
          </a:prstGeom>
          <a:solidFill>
            <a:srgbClr val="071B2C"/>
          </a:solidFill>
          <a:ln/>
        </p:spPr>
      </p:sp>
      <p:sp>
        <p:nvSpPr>
          <p:cNvPr id="11" name="Text 9"/>
          <p:cNvSpPr/>
          <p:nvPr/>
        </p:nvSpPr>
        <p:spPr>
          <a:xfrm>
            <a:off x="758952" y="3675888"/>
            <a:ext cx="19202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分解したいイシュー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862072" y="4087368"/>
            <a:ext cx="320040" cy="0"/>
          </a:xfrm>
          <a:prstGeom prst="line">
            <a:avLst/>
          </a:prstGeom>
          <a:noFill/>
          <a:ln w="12700">
            <a:solidFill>
              <a:srgbClr val="D9DCD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82112" y="2703576"/>
            <a:ext cx="0" cy="2767584"/>
          </a:xfrm>
          <a:prstGeom prst="line">
            <a:avLst/>
          </a:prstGeom>
          <a:noFill/>
          <a:ln w="12700">
            <a:solidFill>
              <a:srgbClr val="D9DCD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82112" y="2703576"/>
            <a:ext cx="320040" cy="0"/>
          </a:xfrm>
          <a:prstGeom prst="line">
            <a:avLst/>
          </a:prstGeom>
          <a:noFill/>
          <a:ln w="12700">
            <a:solidFill>
              <a:srgbClr val="D9DC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02152" y="2429256"/>
            <a:ext cx="2743200" cy="548640"/>
          </a:xfrm>
          <a:prstGeom prst="rect">
            <a:avLst/>
          </a:prstGeom>
          <a:solidFill>
            <a:srgbClr val="E7F4F8"/>
          </a:solidFill>
          <a:ln/>
        </p:spPr>
      </p:sp>
      <p:sp>
        <p:nvSpPr>
          <p:cNvPr id="16" name="Text 14"/>
          <p:cNvSpPr/>
          <p:nvPr/>
        </p:nvSpPr>
        <p:spPr>
          <a:xfrm>
            <a:off x="3639312" y="2484120"/>
            <a:ext cx="246888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サブイシュー1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45352" y="2703576"/>
            <a:ext cx="320040" cy="0"/>
          </a:xfrm>
          <a:prstGeom prst="line">
            <a:avLst/>
          </a:prstGeom>
          <a:noFill/>
          <a:ln w="12700">
            <a:solidFill>
              <a:srgbClr val="D9DCD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65392" y="2415540"/>
            <a:ext cx="0" cy="576072"/>
          </a:xfrm>
          <a:prstGeom prst="line">
            <a:avLst/>
          </a:prstGeom>
          <a:noFill/>
          <a:ln w="12700">
            <a:solidFill>
              <a:srgbClr val="D9DC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65392" y="2415540"/>
            <a:ext cx="320040" cy="0"/>
          </a:xfrm>
          <a:prstGeom prst="line">
            <a:avLst/>
          </a:prstGeom>
          <a:noFill/>
          <a:ln w="12700">
            <a:solidFill>
              <a:srgbClr val="D9DC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31152" y="2246376"/>
            <a:ext cx="4638751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論点1-1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565392" y="2991612"/>
            <a:ext cx="320040" cy="0"/>
          </a:xfrm>
          <a:prstGeom prst="line">
            <a:avLst/>
          </a:prstGeom>
          <a:noFill/>
          <a:ln w="12700">
            <a:solidFill>
              <a:srgbClr val="D9DCD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31152" y="2822448"/>
            <a:ext cx="4638751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論点1-2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182112" y="4087368"/>
            <a:ext cx="320040" cy="0"/>
          </a:xfrm>
          <a:prstGeom prst="line">
            <a:avLst/>
          </a:prstGeom>
          <a:noFill/>
          <a:ln w="12700">
            <a:solidFill>
              <a:srgbClr val="D9D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02152" y="3813048"/>
            <a:ext cx="2743200" cy="548640"/>
          </a:xfrm>
          <a:prstGeom prst="rect">
            <a:avLst/>
          </a:prstGeom>
          <a:solidFill>
            <a:srgbClr val="E7F4F8"/>
          </a:solidFill>
          <a:ln/>
        </p:spPr>
      </p:sp>
      <p:sp>
        <p:nvSpPr>
          <p:cNvPr id="25" name="Text 23"/>
          <p:cNvSpPr/>
          <p:nvPr/>
        </p:nvSpPr>
        <p:spPr>
          <a:xfrm>
            <a:off x="3639312" y="3867912"/>
            <a:ext cx="246888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サブイシュー2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45352" y="4087368"/>
            <a:ext cx="320040" cy="0"/>
          </a:xfrm>
          <a:prstGeom prst="line">
            <a:avLst/>
          </a:prstGeom>
          <a:noFill/>
          <a:ln w="12700">
            <a:solidFill>
              <a:srgbClr val="D9D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65392" y="3799332"/>
            <a:ext cx="0" cy="576072"/>
          </a:xfrm>
          <a:prstGeom prst="line">
            <a:avLst/>
          </a:prstGeom>
          <a:noFill/>
          <a:ln w="12700">
            <a:solidFill>
              <a:srgbClr val="D9D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65392" y="3799332"/>
            <a:ext cx="320040" cy="0"/>
          </a:xfrm>
          <a:prstGeom prst="line">
            <a:avLst/>
          </a:prstGeom>
          <a:noFill/>
          <a:ln w="12700">
            <a:solidFill>
              <a:srgbClr val="D9DC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31152" y="3630168"/>
            <a:ext cx="4638751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論点2-1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565392" y="4375404"/>
            <a:ext cx="320040" cy="0"/>
          </a:xfrm>
          <a:prstGeom prst="line">
            <a:avLst/>
          </a:prstGeom>
          <a:noFill/>
          <a:ln w="12700">
            <a:solidFill>
              <a:srgbClr val="D9D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31152" y="4206240"/>
            <a:ext cx="4638751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論点2-2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182112" y="5471160"/>
            <a:ext cx="320040" cy="0"/>
          </a:xfrm>
          <a:prstGeom prst="line">
            <a:avLst/>
          </a:prstGeom>
          <a:noFill/>
          <a:ln w="12700">
            <a:solidFill>
              <a:srgbClr val="D9DCD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02152" y="5196840"/>
            <a:ext cx="2743200" cy="548640"/>
          </a:xfrm>
          <a:prstGeom prst="rect">
            <a:avLst/>
          </a:prstGeom>
          <a:solidFill>
            <a:srgbClr val="E7F4F8"/>
          </a:solidFill>
          <a:ln/>
        </p:spPr>
      </p:sp>
      <p:sp>
        <p:nvSpPr>
          <p:cNvPr id="34" name="Text 32"/>
          <p:cNvSpPr/>
          <p:nvPr/>
        </p:nvSpPr>
        <p:spPr>
          <a:xfrm>
            <a:off x="3639312" y="5251704"/>
            <a:ext cx="246888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サブイシュー3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45352" y="5471160"/>
            <a:ext cx="320040" cy="0"/>
          </a:xfrm>
          <a:prstGeom prst="line">
            <a:avLst/>
          </a:prstGeom>
          <a:noFill/>
          <a:ln w="12700">
            <a:solidFill>
              <a:srgbClr val="D9DCD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65392" y="5183124"/>
            <a:ext cx="0" cy="576072"/>
          </a:xfrm>
          <a:prstGeom prst="line">
            <a:avLst/>
          </a:prstGeom>
          <a:noFill/>
          <a:ln w="12700">
            <a:solidFill>
              <a:srgbClr val="D9DCD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65392" y="5183124"/>
            <a:ext cx="320040" cy="0"/>
          </a:xfrm>
          <a:prstGeom prst="line">
            <a:avLst/>
          </a:prstGeom>
          <a:noFill/>
          <a:ln w="12700">
            <a:solidFill>
              <a:srgbClr val="D9DCD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31152" y="5013960"/>
            <a:ext cx="4638751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論点3-1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565392" y="5759196"/>
            <a:ext cx="320040" cy="0"/>
          </a:xfrm>
          <a:prstGeom prst="line">
            <a:avLst/>
          </a:prstGeom>
          <a:noFill/>
          <a:ln w="12700">
            <a:solidFill>
              <a:srgbClr val="D9DCD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31152" y="5590032"/>
            <a:ext cx="4638751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論点3-2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26  CURRENT_TARGET_STATE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05050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現状と目指す姿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D9DC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27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50392" y="2391156"/>
            <a:ext cx="4559656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50392" y="2738628"/>
            <a:ext cx="4559656" cy="0"/>
          </a:xfrm>
          <a:prstGeom prst="line">
            <a:avLst/>
          </a:prstGeom>
          <a:noFill/>
          <a:ln w="20320">
            <a:solidFill>
              <a:srgbClr val="05050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2884932"/>
            <a:ext cx="4559656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50392" y="3415284"/>
            <a:ext cx="4559656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marL="152400" indent="-152400">
              <a:buSzPct val="100000"/>
              <a:buChar char="•"/>
            </a:pPr>
            <a:r>
              <a:rPr lang="en-US" sz="120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200" dirty="0"/>
          </a:p>
          <a:p>
            <a:pPr algn="l" marL="152400" indent="-152400">
              <a:buSzPct val="100000"/>
              <a:buChar char="•"/>
            </a:pPr>
            <a:r>
              <a:rPr lang="en-US" sz="120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200" dirty="0"/>
          </a:p>
          <a:p>
            <a:pPr algn="l" marL="152400" indent="-152400">
              <a:buSzPct val="100000"/>
              <a:buChar char="•"/>
            </a:pPr>
            <a:r>
              <a:rPr lang="en-US" sz="120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81648" y="2391156"/>
            <a:ext cx="4559656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5F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781648" y="2738628"/>
            <a:ext cx="4559656" cy="0"/>
          </a:xfrm>
          <a:prstGeom prst="line">
            <a:avLst/>
          </a:prstGeom>
          <a:noFill/>
          <a:ln w="20320">
            <a:solidFill>
              <a:srgbClr val="1E5F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81648" y="2884932"/>
            <a:ext cx="4559656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5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781648" y="3415284"/>
            <a:ext cx="4559656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marL="152400" indent="-152400">
              <a:buSzPct val="100000"/>
              <a:buChar char="•"/>
            </a:pPr>
            <a:r>
              <a:rPr lang="en-US" sz="120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6</a:t>
            </a:r>
            <a:endParaRPr lang="en-US" sz="1200" dirty="0"/>
          </a:p>
          <a:p>
            <a:pPr algn="l" marL="152400" indent="-152400">
              <a:buSzPct val="100000"/>
              <a:buChar char="•"/>
            </a:pPr>
            <a:r>
              <a:rPr lang="en-US" sz="120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7</a:t>
            </a:r>
            <a:endParaRPr lang="en-US" sz="1200" dirty="0"/>
          </a:p>
          <a:p>
            <a:pPr algn="l" marL="152400" indent="-152400">
              <a:buSzPct val="100000"/>
              <a:buChar char="•"/>
            </a:pPr>
            <a:r>
              <a:rPr lang="en-US" sz="120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8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39816" y="3525012"/>
            <a:ext cx="512064" cy="512064"/>
          </a:xfrm>
          <a:prstGeom prst="ellipse">
            <a:avLst/>
          </a:prstGeom>
          <a:solidFill>
            <a:srgbClr val="071B2C"/>
          </a:solidFill>
          <a:ln/>
        </p:spPr>
      </p:sp>
      <p:sp>
        <p:nvSpPr>
          <p:cNvPr id="19" name="Shape 17"/>
          <p:cNvSpPr/>
          <p:nvPr/>
        </p:nvSpPr>
        <p:spPr>
          <a:xfrm rot="5400000">
            <a:off x="6013552" y="3698748"/>
            <a:ext cx="173736" cy="164592"/>
          </a:xfrm>
          <a:prstGeom prst="triangle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27  CALC_FLOW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05050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計算ロジックの流れ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D9DC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28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1874520"/>
            <a:ext cx="11039551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指標名、単位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76072" y="2286000"/>
            <a:ext cx="319217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76072" y="2596896"/>
            <a:ext cx="3192170" cy="0"/>
          </a:xfrm>
          <a:prstGeom prst="line">
            <a:avLst/>
          </a:prstGeom>
          <a:noFill/>
          <a:ln w="6350">
            <a:solidFill>
              <a:srgbClr val="D9DCD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3780" y="4907280"/>
            <a:ext cx="548640" cy="432816"/>
          </a:xfrm>
          <a:prstGeom prst="rect">
            <a:avLst/>
          </a:prstGeom>
          <a:solidFill>
            <a:srgbClr val="071B2C"/>
          </a:solidFill>
          <a:ln/>
        </p:spPr>
      </p:sp>
      <p:sp>
        <p:nvSpPr>
          <p:cNvPr id="14" name="Text 12"/>
          <p:cNvSpPr/>
          <p:nvPr/>
        </p:nvSpPr>
        <p:spPr>
          <a:xfrm>
            <a:off x="833780" y="4907280"/>
            <a:ext cx="548640" cy="4328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76072" y="5385816"/>
            <a:ext cx="1064057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ラベル4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97837" y="4041648"/>
            <a:ext cx="548640" cy="1298448"/>
          </a:xfrm>
          <a:prstGeom prst="rect">
            <a:avLst/>
          </a:prstGeom>
          <a:solidFill>
            <a:srgbClr val="071B2C"/>
          </a:solidFill>
          <a:ln/>
        </p:spPr>
      </p:sp>
      <p:sp>
        <p:nvSpPr>
          <p:cNvPr id="17" name="Text 15"/>
          <p:cNvSpPr/>
          <p:nvPr/>
        </p:nvSpPr>
        <p:spPr>
          <a:xfrm>
            <a:off x="1897837" y="4041648"/>
            <a:ext cx="548640" cy="1298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640129" y="5385816"/>
            <a:ext cx="1064057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961894" y="2743200"/>
            <a:ext cx="548640" cy="2596896"/>
          </a:xfrm>
          <a:prstGeom prst="rect">
            <a:avLst/>
          </a:prstGeom>
          <a:solidFill>
            <a:srgbClr val="071B2C"/>
          </a:solidFill>
          <a:ln/>
        </p:spPr>
      </p:sp>
      <p:sp>
        <p:nvSpPr>
          <p:cNvPr id="20" name="Text 18"/>
          <p:cNvSpPr/>
          <p:nvPr/>
        </p:nvSpPr>
        <p:spPr>
          <a:xfrm>
            <a:off x="2961894" y="2743200"/>
            <a:ext cx="548640" cy="2596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04186" y="5385816"/>
            <a:ext cx="1064057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951122" y="2286000"/>
            <a:ext cx="365760" cy="33284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7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×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4499762" y="2286000"/>
            <a:ext cx="319217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ラベル7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99762" y="2596896"/>
            <a:ext cx="3192170" cy="0"/>
          </a:xfrm>
          <a:prstGeom prst="line">
            <a:avLst/>
          </a:prstGeom>
          <a:noFill/>
          <a:ln w="6350">
            <a:solidFill>
              <a:srgbClr val="D9D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7471" y="2743200"/>
            <a:ext cx="548640" cy="2596896"/>
          </a:xfrm>
          <a:prstGeom prst="rect">
            <a:avLst/>
          </a:prstGeom>
          <a:solidFill>
            <a:srgbClr val="071B2C"/>
          </a:solidFill>
          <a:ln/>
        </p:spPr>
      </p:sp>
      <p:sp>
        <p:nvSpPr>
          <p:cNvPr id="26" name="Text 24"/>
          <p:cNvSpPr/>
          <p:nvPr/>
        </p:nvSpPr>
        <p:spPr>
          <a:xfrm>
            <a:off x="4757471" y="2743200"/>
            <a:ext cx="548640" cy="2596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499762" y="5385816"/>
            <a:ext cx="1064057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ラベル8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821528" y="2743200"/>
            <a:ext cx="548640" cy="2596896"/>
          </a:xfrm>
          <a:prstGeom prst="rect">
            <a:avLst/>
          </a:prstGeom>
          <a:solidFill>
            <a:srgbClr val="071B2C"/>
          </a:solidFill>
          <a:ln/>
        </p:spPr>
      </p:sp>
      <p:sp>
        <p:nvSpPr>
          <p:cNvPr id="29" name="Text 27"/>
          <p:cNvSpPr/>
          <p:nvPr/>
        </p:nvSpPr>
        <p:spPr>
          <a:xfrm>
            <a:off x="5821528" y="2743200"/>
            <a:ext cx="548640" cy="2596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63819" y="5385816"/>
            <a:ext cx="1064057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ラベル9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885584" y="2743200"/>
            <a:ext cx="548640" cy="2596896"/>
          </a:xfrm>
          <a:prstGeom prst="rect">
            <a:avLst/>
          </a:prstGeom>
          <a:solidFill>
            <a:srgbClr val="071B2C"/>
          </a:solidFill>
          <a:ln/>
        </p:spPr>
      </p:sp>
      <p:sp>
        <p:nvSpPr>
          <p:cNvPr id="32" name="Text 30"/>
          <p:cNvSpPr/>
          <p:nvPr/>
        </p:nvSpPr>
        <p:spPr>
          <a:xfrm>
            <a:off x="6885584" y="2743200"/>
            <a:ext cx="548640" cy="2596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627876" y="5385816"/>
            <a:ext cx="1064057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874813" y="2286000"/>
            <a:ext cx="365760" cy="33284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7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=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8423453" y="2286000"/>
            <a:ext cx="319217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ラベル11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423453" y="2596896"/>
            <a:ext cx="3192170" cy="0"/>
          </a:xfrm>
          <a:prstGeom prst="line">
            <a:avLst/>
          </a:prstGeom>
          <a:noFill/>
          <a:ln w="6350">
            <a:solidFill>
              <a:srgbClr val="D9DCD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681161" y="4930060"/>
            <a:ext cx="548640" cy="410036"/>
          </a:xfrm>
          <a:prstGeom prst="rect">
            <a:avLst/>
          </a:prstGeom>
          <a:solidFill>
            <a:srgbClr val="071B2C"/>
          </a:solidFill>
          <a:ln/>
        </p:spPr>
      </p:sp>
      <p:sp>
        <p:nvSpPr>
          <p:cNvPr id="38" name="Text 36"/>
          <p:cNvSpPr/>
          <p:nvPr/>
        </p:nvSpPr>
        <p:spPr>
          <a:xfrm>
            <a:off x="8681161" y="4930060"/>
            <a:ext cx="548640" cy="4100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1.5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681161" y="4793381"/>
            <a:ext cx="548640" cy="136679"/>
          </a:xfrm>
          <a:prstGeom prst="rect">
            <a:avLst/>
          </a:prstGeom>
          <a:solidFill>
            <a:srgbClr val="1E5F8C"/>
          </a:solidFill>
          <a:ln/>
        </p:spPr>
      </p:sp>
      <p:sp>
        <p:nvSpPr>
          <p:cNvPr id="40" name="Text 38"/>
          <p:cNvSpPr/>
          <p:nvPr/>
        </p:nvSpPr>
        <p:spPr>
          <a:xfrm>
            <a:off x="8423453" y="5385816"/>
            <a:ext cx="1064057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ラベル12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745218" y="4301338"/>
            <a:ext cx="548640" cy="1038758"/>
          </a:xfrm>
          <a:prstGeom prst="rect">
            <a:avLst/>
          </a:prstGeom>
          <a:solidFill>
            <a:srgbClr val="071B2C"/>
          </a:solidFill>
          <a:ln/>
        </p:spPr>
      </p:sp>
      <p:sp>
        <p:nvSpPr>
          <p:cNvPr id="42" name="Text 40"/>
          <p:cNvSpPr/>
          <p:nvPr/>
        </p:nvSpPr>
        <p:spPr>
          <a:xfrm>
            <a:off x="9745218" y="4301338"/>
            <a:ext cx="548640" cy="103875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3.8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9745218" y="4164659"/>
            <a:ext cx="548640" cy="136679"/>
          </a:xfrm>
          <a:prstGeom prst="rect">
            <a:avLst/>
          </a:prstGeom>
          <a:solidFill>
            <a:srgbClr val="1E5F8C"/>
          </a:solidFill>
          <a:ln/>
        </p:spPr>
      </p:sp>
      <p:sp>
        <p:nvSpPr>
          <p:cNvPr id="44" name="Text 42"/>
          <p:cNvSpPr/>
          <p:nvPr/>
        </p:nvSpPr>
        <p:spPr>
          <a:xfrm>
            <a:off x="9487510" y="5385816"/>
            <a:ext cx="1064057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ラベル15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0809275" y="2879879"/>
            <a:ext cx="548640" cy="2460217"/>
          </a:xfrm>
          <a:prstGeom prst="rect">
            <a:avLst/>
          </a:prstGeom>
          <a:solidFill>
            <a:srgbClr val="071B2C"/>
          </a:solidFill>
          <a:ln/>
        </p:spPr>
      </p:sp>
      <p:sp>
        <p:nvSpPr>
          <p:cNvPr id="46" name="Text 44"/>
          <p:cNvSpPr/>
          <p:nvPr/>
        </p:nvSpPr>
        <p:spPr>
          <a:xfrm>
            <a:off x="10809275" y="2879879"/>
            <a:ext cx="548640" cy="246021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0809275" y="2743200"/>
            <a:ext cx="548640" cy="136679"/>
          </a:xfrm>
          <a:prstGeom prst="rect">
            <a:avLst/>
          </a:prstGeom>
          <a:solidFill>
            <a:srgbClr val="1E5F8C"/>
          </a:solidFill>
          <a:ln/>
        </p:spPr>
      </p:sp>
      <p:sp>
        <p:nvSpPr>
          <p:cNvPr id="48" name="Text 46"/>
          <p:cNvSpPr/>
          <p:nvPr/>
        </p:nvSpPr>
        <p:spPr>
          <a:xfrm>
            <a:off x="10551566" y="5385816"/>
            <a:ext cx="1064057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ラベル18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76072" y="6071616"/>
            <a:ext cx="182880" cy="182880"/>
          </a:xfrm>
          <a:prstGeom prst="rect">
            <a:avLst/>
          </a:prstGeom>
          <a:solidFill>
            <a:srgbClr val="071B2C"/>
          </a:solidFill>
          <a:ln/>
        </p:spPr>
      </p:sp>
      <p:sp>
        <p:nvSpPr>
          <p:cNvPr id="50" name="Text 48"/>
          <p:cNvSpPr/>
          <p:nvPr/>
        </p:nvSpPr>
        <p:spPr>
          <a:xfrm>
            <a:off x="832104" y="6053328"/>
            <a:ext cx="14630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221992" y="6071616"/>
            <a:ext cx="182880" cy="182880"/>
          </a:xfrm>
          <a:prstGeom prst="rect">
            <a:avLst/>
          </a:prstGeom>
          <a:solidFill>
            <a:srgbClr val="1E5F8C"/>
          </a:solidFill>
          <a:ln/>
        </p:spPr>
      </p:sp>
      <p:sp>
        <p:nvSpPr>
          <p:cNvPr id="52" name="Text 50"/>
          <p:cNvSpPr/>
          <p:nvPr/>
        </p:nvSpPr>
        <p:spPr>
          <a:xfrm>
            <a:off x="2478024" y="6053328"/>
            <a:ext cx="14630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28  PROCESS_FLOW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05050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プロセスの段階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D9DC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29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76072" y="2638044"/>
            <a:ext cx="457200" cy="457200"/>
          </a:xfrm>
          <a:prstGeom prst="ellipse">
            <a:avLst/>
          </a:prstGeom>
          <a:ln w="19050">
            <a:solidFill>
              <a:srgbClr val="05050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2638044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76072" y="3296412"/>
            <a:ext cx="2439848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2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76072" y="3717036"/>
            <a:ext cx="2439848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878760" y="2638044"/>
            <a:ext cx="3657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3335960" y="2638044"/>
            <a:ext cx="457200" cy="457200"/>
          </a:xfrm>
          <a:prstGeom prst="ellipse">
            <a:avLst/>
          </a:prstGeom>
          <a:ln w="19050">
            <a:solidFill>
              <a:srgbClr val="05050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5960" y="2638044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35960" y="3296412"/>
            <a:ext cx="2439848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3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335960" y="3717036"/>
            <a:ext cx="2439848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38648" y="2638044"/>
            <a:ext cx="3657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095848" y="2638044"/>
            <a:ext cx="457200" cy="457200"/>
          </a:xfrm>
          <a:prstGeom prst="ellipse">
            <a:avLst/>
          </a:prstGeom>
          <a:ln w="19050">
            <a:solidFill>
              <a:srgbClr val="05050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95848" y="2638044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095848" y="3296412"/>
            <a:ext cx="2439848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4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095848" y="3717036"/>
            <a:ext cx="2439848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398535" y="2638044"/>
            <a:ext cx="3657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8855735" y="2638044"/>
            <a:ext cx="457200" cy="457200"/>
          </a:xfrm>
          <a:prstGeom prst="ellipse">
            <a:avLst/>
          </a:prstGeom>
          <a:ln w="19050">
            <a:solidFill>
              <a:srgbClr val="05050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55735" y="2638044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855735" y="3296412"/>
            <a:ext cx="2439848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5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855735" y="3717036"/>
            <a:ext cx="2439848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29  CYCLE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05050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循環サイクル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D9DC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255368" y="2377440"/>
            <a:ext cx="7680960" cy="3200400"/>
          </a:xfrm>
          <a:prstGeom prst="ellipse">
            <a:avLst/>
          </a:prstGeom>
          <a:ln w="12700">
            <a:solidFill>
              <a:srgbClr val="D9DCDF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 rot="2160000">
            <a:off x="7330830" y="3083555"/>
            <a:ext cx="329184" cy="182880"/>
          </a:xfrm>
          <a:prstGeom prst="rightArrow">
            <a:avLst/>
          </a:prstGeom>
          <a:solidFill>
            <a:srgbClr val="1E5F8C"/>
          </a:solidFill>
          <a:ln/>
        </p:spPr>
      </p:sp>
      <p:sp>
        <p:nvSpPr>
          <p:cNvPr id="12" name="Shape 10"/>
          <p:cNvSpPr/>
          <p:nvPr/>
        </p:nvSpPr>
        <p:spPr>
          <a:xfrm rot="6480000">
            <a:off x="8195814" y="4192783"/>
            <a:ext cx="329184" cy="182880"/>
          </a:xfrm>
          <a:prstGeom prst="rightArrow">
            <a:avLst/>
          </a:prstGeom>
          <a:solidFill>
            <a:srgbClr val="1E5F8C"/>
          </a:solidFill>
          <a:ln/>
        </p:spPr>
      </p:sp>
      <p:sp>
        <p:nvSpPr>
          <p:cNvPr id="13" name="Shape 11"/>
          <p:cNvSpPr/>
          <p:nvPr/>
        </p:nvSpPr>
        <p:spPr>
          <a:xfrm rot="10800000">
            <a:off x="5931256" y="4878324"/>
            <a:ext cx="329184" cy="182880"/>
          </a:xfrm>
          <a:prstGeom prst="rightArrow">
            <a:avLst/>
          </a:prstGeom>
          <a:solidFill>
            <a:srgbClr val="1E5F8C"/>
          </a:solidFill>
          <a:ln/>
        </p:spPr>
      </p:sp>
      <p:sp>
        <p:nvSpPr>
          <p:cNvPr id="14" name="Shape 12"/>
          <p:cNvSpPr/>
          <p:nvPr/>
        </p:nvSpPr>
        <p:spPr>
          <a:xfrm rot="15120000">
            <a:off x="3666697" y="4192783"/>
            <a:ext cx="329184" cy="182880"/>
          </a:xfrm>
          <a:prstGeom prst="rightArrow">
            <a:avLst/>
          </a:prstGeom>
          <a:solidFill>
            <a:srgbClr val="1E5F8C"/>
          </a:solidFill>
          <a:ln/>
        </p:spPr>
      </p:sp>
      <p:sp>
        <p:nvSpPr>
          <p:cNvPr id="15" name="Shape 13"/>
          <p:cNvSpPr/>
          <p:nvPr/>
        </p:nvSpPr>
        <p:spPr>
          <a:xfrm rot="19440000">
            <a:off x="4531682" y="3083555"/>
            <a:ext cx="329184" cy="182880"/>
          </a:xfrm>
          <a:prstGeom prst="rightArrow">
            <a:avLst/>
          </a:prstGeom>
          <a:solidFill>
            <a:srgbClr val="1E5F8C"/>
          </a:solidFill>
          <a:ln/>
        </p:spPr>
      </p:sp>
      <p:sp>
        <p:nvSpPr>
          <p:cNvPr id="16" name="Shape 14"/>
          <p:cNvSpPr/>
          <p:nvPr/>
        </p:nvSpPr>
        <p:spPr>
          <a:xfrm>
            <a:off x="5867248" y="1810512"/>
            <a:ext cx="457200" cy="457200"/>
          </a:xfrm>
          <a:prstGeom prst="ellipse">
            <a:avLst/>
          </a:prstGeom>
          <a:ln w="19050">
            <a:solidFill>
              <a:srgbClr val="05050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67248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07128" y="2395728"/>
            <a:ext cx="237744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2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907128" y="2761488"/>
            <a:ext cx="23774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519761" y="2916223"/>
            <a:ext cx="457200" cy="457200"/>
          </a:xfrm>
          <a:prstGeom prst="ellipse">
            <a:avLst/>
          </a:prstGeom>
          <a:ln w="19050">
            <a:solidFill>
              <a:srgbClr val="05050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19761" y="2916223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559641" y="3501439"/>
            <a:ext cx="237744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3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559641" y="3867199"/>
            <a:ext cx="23774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24625" y="4705301"/>
            <a:ext cx="457200" cy="457200"/>
          </a:xfrm>
          <a:prstGeom prst="ellipse">
            <a:avLst/>
          </a:prstGeom>
          <a:ln w="19050">
            <a:solidFill>
              <a:srgbClr val="05050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24625" y="4705301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64505" y="5290517"/>
            <a:ext cx="237744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4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164505" y="5656277"/>
            <a:ext cx="23774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09870" y="4705301"/>
            <a:ext cx="457200" cy="457200"/>
          </a:xfrm>
          <a:prstGeom prst="ellipse">
            <a:avLst/>
          </a:prstGeom>
          <a:ln w="19050">
            <a:solidFill>
              <a:srgbClr val="05050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9870" y="4705301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649750" y="5290517"/>
            <a:ext cx="237744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5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2649750" y="5656277"/>
            <a:ext cx="23774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214734" y="2916223"/>
            <a:ext cx="457200" cy="457200"/>
          </a:xfrm>
          <a:prstGeom prst="ellipse">
            <a:avLst/>
          </a:prstGeom>
          <a:ln w="19050">
            <a:solidFill>
              <a:srgbClr val="05050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14734" y="2916223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254614" y="3501439"/>
            <a:ext cx="237744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6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254614" y="3867199"/>
            <a:ext cx="23774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5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  CHEVRON_RAIL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05050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矢羽の段階（全体像の見出し）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D9DC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31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76072" y="3177540"/>
            <a:ext cx="2527950" cy="1371600"/>
          </a:xfrm>
          <a:prstGeom prst="chevron">
            <a:avLst/>
          </a:prstGeom>
          <a:solidFill>
            <a:srgbClr val="E7F4F8"/>
          </a:solidFill>
          <a:ln/>
        </p:spPr>
      </p:sp>
      <p:sp>
        <p:nvSpPr>
          <p:cNvPr id="11" name="Shape 9"/>
          <p:cNvSpPr/>
          <p:nvPr/>
        </p:nvSpPr>
        <p:spPr>
          <a:xfrm>
            <a:off x="850392" y="3662172"/>
            <a:ext cx="402336" cy="402336"/>
          </a:xfrm>
          <a:prstGeom prst="ellipse">
            <a:avLst/>
          </a:prstGeom>
          <a:solidFill>
            <a:srgbClr val="071B2C"/>
          </a:solidFill>
          <a:ln/>
        </p:spPr>
      </p:sp>
      <p:sp>
        <p:nvSpPr>
          <p:cNvPr id="12" name="Text 10"/>
          <p:cNvSpPr/>
          <p:nvPr/>
        </p:nvSpPr>
        <p:spPr>
          <a:xfrm>
            <a:off x="850392" y="3662172"/>
            <a:ext cx="402336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53312" y="3561588"/>
            <a:ext cx="156783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53312" y="3872484"/>
            <a:ext cx="156783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83982" y="3177540"/>
            <a:ext cx="2527950" cy="1371600"/>
          </a:xfrm>
          <a:prstGeom prst="chevron">
            <a:avLst/>
          </a:prstGeom>
          <a:solidFill>
            <a:srgbClr val="E7F4F8"/>
          </a:solidFill>
          <a:ln/>
        </p:spPr>
      </p:sp>
      <p:sp>
        <p:nvSpPr>
          <p:cNvPr id="16" name="Shape 14"/>
          <p:cNvSpPr/>
          <p:nvPr/>
        </p:nvSpPr>
        <p:spPr>
          <a:xfrm>
            <a:off x="3058302" y="3662172"/>
            <a:ext cx="402336" cy="402336"/>
          </a:xfrm>
          <a:prstGeom prst="ellipse">
            <a:avLst/>
          </a:prstGeom>
          <a:solidFill>
            <a:srgbClr val="071B2C"/>
          </a:solidFill>
          <a:ln/>
        </p:spPr>
      </p:sp>
      <p:sp>
        <p:nvSpPr>
          <p:cNvPr id="17" name="Text 15"/>
          <p:cNvSpPr/>
          <p:nvPr/>
        </p:nvSpPr>
        <p:spPr>
          <a:xfrm>
            <a:off x="3058302" y="3662172"/>
            <a:ext cx="402336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61222" y="3561588"/>
            <a:ext cx="156783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61222" y="3872484"/>
            <a:ext cx="156783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91892" y="3177540"/>
            <a:ext cx="2527950" cy="1371600"/>
          </a:xfrm>
          <a:prstGeom prst="chevron">
            <a:avLst/>
          </a:prstGeom>
          <a:solidFill>
            <a:srgbClr val="E7F4F8"/>
          </a:solidFill>
          <a:ln/>
        </p:spPr>
      </p:sp>
      <p:sp>
        <p:nvSpPr>
          <p:cNvPr id="21" name="Shape 19"/>
          <p:cNvSpPr/>
          <p:nvPr/>
        </p:nvSpPr>
        <p:spPr>
          <a:xfrm>
            <a:off x="5266212" y="3662172"/>
            <a:ext cx="402336" cy="402336"/>
          </a:xfrm>
          <a:prstGeom prst="ellipse">
            <a:avLst/>
          </a:prstGeom>
          <a:solidFill>
            <a:srgbClr val="071B2C"/>
          </a:solidFill>
          <a:ln/>
        </p:spPr>
      </p:sp>
      <p:sp>
        <p:nvSpPr>
          <p:cNvPr id="22" name="Text 20"/>
          <p:cNvSpPr/>
          <p:nvPr/>
        </p:nvSpPr>
        <p:spPr>
          <a:xfrm>
            <a:off x="5266212" y="3662172"/>
            <a:ext cx="402336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769132" y="3561588"/>
            <a:ext cx="156783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769132" y="3872484"/>
            <a:ext cx="156783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199803" y="3177540"/>
            <a:ext cx="2527950" cy="1371600"/>
          </a:xfrm>
          <a:prstGeom prst="chevron">
            <a:avLst/>
          </a:prstGeom>
          <a:solidFill>
            <a:srgbClr val="E7F4F8"/>
          </a:solidFill>
          <a:ln/>
        </p:spPr>
      </p:sp>
      <p:sp>
        <p:nvSpPr>
          <p:cNvPr id="26" name="Shape 24"/>
          <p:cNvSpPr/>
          <p:nvPr/>
        </p:nvSpPr>
        <p:spPr>
          <a:xfrm>
            <a:off x="7474123" y="3662172"/>
            <a:ext cx="402336" cy="402336"/>
          </a:xfrm>
          <a:prstGeom prst="ellipse">
            <a:avLst/>
          </a:prstGeom>
          <a:solidFill>
            <a:srgbClr val="071B2C"/>
          </a:solidFill>
          <a:ln/>
        </p:spPr>
      </p:sp>
      <p:sp>
        <p:nvSpPr>
          <p:cNvPr id="27" name="Text 25"/>
          <p:cNvSpPr/>
          <p:nvPr/>
        </p:nvSpPr>
        <p:spPr>
          <a:xfrm>
            <a:off x="7474123" y="3662172"/>
            <a:ext cx="402336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977043" y="3561588"/>
            <a:ext cx="156783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977043" y="3872484"/>
            <a:ext cx="156783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407713" y="3177540"/>
            <a:ext cx="2527950" cy="1371600"/>
          </a:xfrm>
          <a:prstGeom prst="chevron">
            <a:avLst/>
          </a:prstGeom>
          <a:solidFill>
            <a:srgbClr val="E7F4F8"/>
          </a:solidFill>
          <a:ln/>
        </p:spPr>
      </p:sp>
      <p:sp>
        <p:nvSpPr>
          <p:cNvPr id="31" name="Shape 29"/>
          <p:cNvSpPr/>
          <p:nvPr/>
        </p:nvSpPr>
        <p:spPr>
          <a:xfrm>
            <a:off x="9682033" y="3662172"/>
            <a:ext cx="402336" cy="402336"/>
          </a:xfrm>
          <a:prstGeom prst="ellipse">
            <a:avLst/>
          </a:prstGeom>
          <a:solidFill>
            <a:srgbClr val="071B2C"/>
          </a:solidFill>
          <a:ln/>
        </p:spPr>
      </p:sp>
      <p:sp>
        <p:nvSpPr>
          <p:cNvPr id="32" name="Text 30"/>
          <p:cNvSpPr/>
          <p:nvPr/>
        </p:nvSpPr>
        <p:spPr>
          <a:xfrm>
            <a:off x="9682033" y="3662172"/>
            <a:ext cx="402336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184953" y="3561588"/>
            <a:ext cx="156783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184953" y="3872484"/>
            <a:ext cx="156783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5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31  CHEVRON_VALUE_CHAIN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05050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バリューチェーン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D9DC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32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1874520"/>
            <a:ext cx="11039551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76072" y="2185416"/>
            <a:ext cx="1733833" cy="411480"/>
          </a:xfrm>
          <a:prstGeom prst="homePlate">
            <a:avLst/>
          </a:prstGeom>
          <a:solidFill>
            <a:srgbClr val="071B2C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185416"/>
            <a:ext cx="1368073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127025" y="2185416"/>
            <a:ext cx="1733833" cy="411480"/>
          </a:xfrm>
          <a:prstGeom prst="chevron">
            <a:avLst/>
          </a:prstGeom>
          <a:solidFill>
            <a:srgbClr val="071B2C"/>
          </a:solidFill>
          <a:ln/>
        </p:spPr>
      </p:sp>
      <p:sp>
        <p:nvSpPr>
          <p:cNvPr id="14" name="Text 12"/>
          <p:cNvSpPr/>
          <p:nvPr/>
        </p:nvSpPr>
        <p:spPr>
          <a:xfrm>
            <a:off x="2236753" y="2185416"/>
            <a:ext cx="1368073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ラベル3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77978" y="2185416"/>
            <a:ext cx="1733833" cy="411480"/>
          </a:xfrm>
          <a:prstGeom prst="chevron">
            <a:avLst/>
          </a:prstGeom>
          <a:solidFill>
            <a:srgbClr val="071B2C"/>
          </a:solidFill>
          <a:ln/>
        </p:spPr>
      </p:sp>
      <p:sp>
        <p:nvSpPr>
          <p:cNvPr id="16" name="Text 14"/>
          <p:cNvSpPr/>
          <p:nvPr/>
        </p:nvSpPr>
        <p:spPr>
          <a:xfrm>
            <a:off x="3787706" y="2185416"/>
            <a:ext cx="1368073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ラベル4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228931" y="2185416"/>
            <a:ext cx="1733833" cy="411480"/>
          </a:xfrm>
          <a:prstGeom prst="chevron">
            <a:avLst/>
          </a:prstGeom>
          <a:solidFill>
            <a:srgbClr val="071B2C"/>
          </a:solidFill>
          <a:ln/>
        </p:spPr>
      </p:sp>
      <p:sp>
        <p:nvSpPr>
          <p:cNvPr id="18" name="Text 16"/>
          <p:cNvSpPr/>
          <p:nvPr/>
        </p:nvSpPr>
        <p:spPr>
          <a:xfrm>
            <a:off x="5338659" y="2185416"/>
            <a:ext cx="1368073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ラベル5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779884" y="2185416"/>
            <a:ext cx="1733833" cy="411480"/>
          </a:xfrm>
          <a:prstGeom prst="chevron">
            <a:avLst/>
          </a:prstGeom>
          <a:solidFill>
            <a:srgbClr val="071B2C"/>
          </a:solidFill>
          <a:ln/>
        </p:spPr>
      </p:sp>
      <p:sp>
        <p:nvSpPr>
          <p:cNvPr id="20" name="Text 18"/>
          <p:cNvSpPr/>
          <p:nvPr/>
        </p:nvSpPr>
        <p:spPr>
          <a:xfrm>
            <a:off x="6889612" y="2185416"/>
            <a:ext cx="1368073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ラベル6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330837" y="2185416"/>
            <a:ext cx="1733833" cy="411480"/>
          </a:xfrm>
          <a:prstGeom prst="chevron">
            <a:avLst/>
          </a:prstGeom>
          <a:solidFill>
            <a:srgbClr val="071B2C"/>
          </a:solidFill>
          <a:ln/>
        </p:spPr>
      </p:sp>
      <p:sp>
        <p:nvSpPr>
          <p:cNvPr id="22" name="Text 20"/>
          <p:cNvSpPr/>
          <p:nvPr/>
        </p:nvSpPr>
        <p:spPr>
          <a:xfrm>
            <a:off x="8440565" y="2185416"/>
            <a:ext cx="1368073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ラベル7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881790" y="2185416"/>
            <a:ext cx="1733833" cy="411480"/>
          </a:xfrm>
          <a:prstGeom prst="chevron">
            <a:avLst/>
          </a:prstGeom>
          <a:solidFill>
            <a:srgbClr val="071B2C"/>
          </a:solidFill>
          <a:ln/>
        </p:spPr>
      </p:sp>
      <p:sp>
        <p:nvSpPr>
          <p:cNvPr id="24" name="Text 22"/>
          <p:cNvSpPr/>
          <p:nvPr/>
        </p:nvSpPr>
        <p:spPr>
          <a:xfrm>
            <a:off x="9991518" y="2185416"/>
            <a:ext cx="1368073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ラベル8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94360" y="2706624"/>
            <a:ext cx="1276633" cy="11064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145313" y="2724912"/>
            <a:ext cx="0" cy="1033272"/>
          </a:xfrm>
          <a:prstGeom prst="line">
            <a:avLst/>
          </a:prstGeom>
          <a:noFill/>
          <a:ln w="6350">
            <a:solidFill>
              <a:srgbClr val="D9DC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55041" y="2706624"/>
            <a:ext cx="1276633" cy="11064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96266" y="2724912"/>
            <a:ext cx="0" cy="1033272"/>
          </a:xfrm>
          <a:prstGeom prst="line">
            <a:avLst/>
          </a:prstGeom>
          <a:noFill/>
          <a:ln w="6350">
            <a:solidFill>
              <a:srgbClr val="D9DC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05994" y="2706624"/>
            <a:ext cx="1276633" cy="11064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247219" y="2724912"/>
            <a:ext cx="0" cy="1033272"/>
          </a:xfrm>
          <a:prstGeom prst="line">
            <a:avLst/>
          </a:prstGeom>
          <a:noFill/>
          <a:ln w="6350">
            <a:solidFill>
              <a:srgbClr val="D9D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56947" y="2706624"/>
            <a:ext cx="1276633" cy="11064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98172" y="2724912"/>
            <a:ext cx="0" cy="1033272"/>
          </a:xfrm>
          <a:prstGeom prst="line">
            <a:avLst/>
          </a:prstGeom>
          <a:noFill/>
          <a:ln w="6350">
            <a:solidFill>
              <a:srgbClr val="D9DC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07900" y="2706624"/>
            <a:ext cx="1276633" cy="11064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5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349125" y="2724912"/>
            <a:ext cx="0" cy="1033272"/>
          </a:xfrm>
          <a:prstGeom prst="line">
            <a:avLst/>
          </a:prstGeom>
          <a:noFill/>
          <a:ln w="6350">
            <a:solidFill>
              <a:srgbClr val="D9DC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58853" y="2706624"/>
            <a:ext cx="1276633" cy="11064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6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900078" y="2724912"/>
            <a:ext cx="0" cy="1033272"/>
          </a:xfrm>
          <a:prstGeom prst="line">
            <a:avLst/>
          </a:prstGeom>
          <a:noFill/>
          <a:ln w="6350">
            <a:solidFill>
              <a:srgbClr val="D9DC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009806" y="2706624"/>
            <a:ext cx="1276633" cy="11064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76072" y="4041648"/>
            <a:ext cx="11039551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ラベル9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76072" y="4352544"/>
            <a:ext cx="1733833" cy="411480"/>
          </a:xfrm>
          <a:prstGeom prst="homePlate">
            <a:avLst/>
          </a:prstGeom>
          <a:solidFill>
            <a:srgbClr val="79C8DC"/>
          </a:solidFill>
          <a:ln/>
        </p:spPr>
      </p:sp>
      <p:sp>
        <p:nvSpPr>
          <p:cNvPr id="40" name="Text 38"/>
          <p:cNvSpPr/>
          <p:nvPr/>
        </p:nvSpPr>
        <p:spPr>
          <a:xfrm>
            <a:off x="685800" y="4352544"/>
            <a:ext cx="1368073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ラベル10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127025" y="4352544"/>
            <a:ext cx="1733833" cy="411480"/>
          </a:xfrm>
          <a:prstGeom prst="chevron">
            <a:avLst/>
          </a:prstGeom>
          <a:solidFill>
            <a:srgbClr val="79C8DC"/>
          </a:solidFill>
          <a:ln/>
        </p:spPr>
      </p:sp>
      <p:sp>
        <p:nvSpPr>
          <p:cNvPr id="42" name="Text 40"/>
          <p:cNvSpPr/>
          <p:nvPr/>
        </p:nvSpPr>
        <p:spPr>
          <a:xfrm>
            <a:off x="2236753" y="4352544"/>
            <a:ext cx="1368073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ラベル11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677978" y="4352544"/>
            <a:ext cx="1733833" cy="411480"/>
          </a:xfrm>
          <a:prstGeom prst="chevron">
            <a:avLst/>
          </a:prstGeom>
          <a:solidFill>
            <a:srgbClr val="79C8DC"/>
          </a:solidFill>
          <a:ln/>
        </p:spPr>
      </p:sp>
      <p:sp>
        <p:nvSpPr>
          <p:cNvPr id="44" name="Text 42"/>
          <p:cNvSpPr/>
          <p:nvPr/>
        </p:nvSpPr>
        <p:spPr>
          <a:xfrm>
            <a:off x="3787706" y="4352544"/>
            <a:ext cx="1368073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ラベル12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228931" y="4352544"/>
            <a:ext cx="1733833" cy="411480"/>
          </a:xfrm>
          <a:prstGeom prst="chevron">
            <a:avLst/>
          </a:prstGeom>
          <a:solidFill>
            <a:srgbClr val="79C8DC"/>
          </a:solidFill>
          <a:ln/>
        </p:spPr>
      </p:sp>
      <p:sp>
        <p:nvSpPr>
          <p:cNvPr id="46" name="Text 44"/>
          <p:cNvSpPr/>
          <p:nvPr/>
        </p:nvSpPr>
        <p:spPr>
          <a:xfrm>
            <a:off x="5338659" y="4352544"/>
            <a:ext cx="1368073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ラベル13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779884" y="4352544"/>
            <a:ext cx="1733833" cy="411480"/>
          </a:xfrm>
          <a:prstGeom prst="chevron">
            <a:avLst/>
          </a:prstGeom>
          <a:solidFill>
            <a:srgbClr val="79C8DC"/>
          </a:solidFill>
          <a:ln/>
        </p:spPr>
      </p:sp>
      <p:sp>
        <p:nvSpPr>
          <p:cNvPr id="48" name="Text 46"/>
          <p:cNvSpPr/>
          <p:nvPr/>
        </p:nvSpPr>
        <p:spPr>
          <a:xfrm>
            <a:off x="6889612" y="4352544"/>
            <a:ext cx="1368073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ラベル14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8330837" y="4352544"/>
            <a:ext cx="1733833" cy="411480"/>
          </a:xfrm>
          <a:prstGeom prst="chevron">
            <a:avLst/>
          </a:prstGeom>
          <a:solidFill>
            <a:srgbClr val="79C8DC"/>
          </a:solidFill>
          <a:ln/>
        </p:spPr>
      </p:sp>
      <p:sp>
        <p:nvSpPr>
          <p:cNvPr id="50" name="Text 48"/>
          <p:cNvSpPr/>
          <p:nvPr/>
        </p:nvSpPr>
        <p:spPr>
          <a:xfrm>
            <a:off x="8440565" y="4352544"/>
            <a:ext cx="1368073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ラベル15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9881790" y="4352544"/>
            <a:ext cx="1733833" cy="411480"/>
          </a:xfrm>
          <a:prstGeom prst="chevron">
            <a:avLst/>
          </a:prstGeom>
          <a:solidFill>
            <a:srgbClr val="79C8DC"/>
          </a:solidFill>
          <a:ln/>
        </p:spPr>
      </p:sp>
      <p:sp>
        <p:nvSpPr>
          <p:cNvPr id="52" name="Text 50"/>
          <p:cNvSpPr/>
          <p:nvPr/>
        </p:nvSpPr>
        <p:spPr>
          <a:xfrm>
            <a:off x="9991518" y="4352544"/>
            <a:ext cx="1368073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ラベル16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594360" y="4873752"/>
            <a:ext cx="1276633" cy="11064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8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145313" y="4892040"/>
            <a:ext cx="0" cy="1033272"/>
          </a:xfrm>
          <a:prstGeom prst="line">
            <a:avLst/>
          </a:prstGeom>
          <a:noFill/>
          <a:ln w="6350">
            <a:solidFill>
              <a:srgbClr val="D9DCD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255041" y="4873752"/>
            <a:ext cx="1276633" cy="11064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9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696266" y="4892040"/>
            <a:ext cx="0" cy="1033272"/>
          </a:xfrm>
          <a:prstGeom prst="line">
            <a:avLst/>
          </a:prstGeom>
          <a:noFill/>
          <a:ln w="6350">
            <a:solidFill>
              <a:srgbClr val="D9DCD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805994" y="4873752"/>
            <a:ext cx="1276633" cy="11064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10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247219" y="4892040"/>
            <a:ext cx="0" cy="1033272"/>
          </a:xfrm>
          <a:prstGeom prst="line">
            <a:avLst/>
          </a:prstGeom>
          <a:noFill/>
          <a:ln w="6350">
            <a:solidFill>
              <a:srgbClr val="D9DCD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356947" y="4873752"/>
            <a:ext cx="1276633" cy="11064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11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798172" y="4892040"/>
            <a:ext cx="0" cy="1033272"/>
          </a:xfrm>
          <a:prstGeom prst="line">
            <a:avLst/>
          </a:prstGeom>
          <a:noFill/>
          <a:ln w="6350">
            <a:solidFill>
              <a:srgbClr val="D9DCD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907900" y="4873752"/>
            <a:ext cx="1276633" cy="11064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12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8349125" y="4892040"/>
            <a:ext cx="0" cy="1033272"/>
          </a:xfrm>
          <a:prstGeom prst="line">
            <a:avLst/>
          </a:prstGeom>
          <a:noFill/>
          <a:ln w="6350">
            <a:solidFill>
              <a:srgbClr val="D9DCD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458853" y="4873752"/>
            <a:ext cx="1276633" cy="11064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13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9900078" y="4892040"/>
            <a:ext cx="0" cy="1033272"/>
          </a:xfrm>
          <a:prstGeom prst="line">
            <a:avLst/>
          </a:prstGeom>
          <a:noFill/>
          <a:ln w="6350">
            <a:solidFill>
              <a:srgbClr val="D9DCD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009806" y="4873752"/>
            <a:ext cx="1276633" cy="11064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14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32  DECISION_FORK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05050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分岐と判断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D9DC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33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76072" y="2894076"/>
            <a:ext cx="54864" cy="1280160"/>
          </a:xfrm>
          <a:prstGeom prst="rect">
            <a:avLst/>
          </a:prstGeom>
          <a:solidFill>
            <a:srgbClr val="1E5F8C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" y="2939796"/>
            <a:ext cx="3767328" cy="1188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問い 1：検討すべき問いを記載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873752" y="2674620"/>
            <a:ext cx="0" cy="2377440"/>
          </a:xfrm>
          <a:prstGeom prst="line">
            <a:avLst/>
          </a:prstGeom>
          <a:noFill/>
          <a:ln w="12700">
            <a:solidFill>
              <a:srgbClr val="D9DCD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73752" y="2674620"/>
            <a:ext cx="274320" cy="0"/>
          </a:xfrm>
          <a:prstGeom prst="line">
            <a:avLst/>
          </a:prstGeom>
          <a:noFill/>
          <a:ln w="9525">
            <a:solidFill>
              <a:srgbClr val="D9DCD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48072" y="2162556"/>
            <a:ext cx="6467551" cy="1024128"/>
          </a:xfrm>
          <a:prstGeom prst="rect">
            <a:avLst/>
          </a:prstGeom>
          <a:ln w="9525">
            <a:solidFill>
              <a:srgbClr val="D9DC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76672" y="2272284"/>
            <a:ext cx="6010351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376672" y="2583180"/>
            <a:ext cx="6010351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76672" y="2930652"/>
            <a:ext cx="6010351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73752" y="3863340"/>
            <a:ext cx="274320" cy="0"/>
          </a:xfrm>
          <a:prstGeom prst="line">
            <a:avLst/>
          </a:prstGeom>
          <a:noFill/>
          <a:ln w="20320">
            <a:solidFill>
              <a:srgbClr val="1E5F8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48072" y="3351276"/>
            <a:ext cx="6467551" cy="1024128"/>
          </a:xfrm>
          <a:prstGeom prst="rect">
            <a:avLst/>
          </a:prstGeom>
          <a:ln w="20320">
            <a:solidFill>
              <a:srgbClr val="1E5F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76672" y="3461004"/>
            <a:ext cx="6010351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376672" y="3771900"/>
            <a:ext cx="6010351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76672" y="4119372"/>
            <a:ext cx="6010351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73752" y="5052060"/>
            <a:ext cx="274320" cy="0"/>
          </a:xfrm>
          <a:prstGeom prst="line">
            <a:avLst/>
          </a:prstGeom>
          <a:noFill/>
          <a:ln w="9525">
            <a:solidFill>
              <a:srgbClr val="D9D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48072" y="4539996"/>
            <a:ext cx="6467551" cy="1024128"/>
          </a:xfrm>
          <a:prstGeom prst="rect">
            <a:avLst/>
          </a:prstGeom>
          <a:ln w="9525">
            <a:solidFill>
              <a:srgbClr val="D9DC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76672" y="4649724"/>
            <a:ext cx="6010351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ラベル3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5376672" y="4960620"/>
            <a:ext cx="6010351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76672" y="5308092"/>
            <a:ext cx="6010351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6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33  ROADMAP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05050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ロードマップ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D9DC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34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76072" y="2583180"/>
            <a:ext cx="2741600" cy="0"/>
          </a:xfrm>
          <a:prstGeom prst="line">
            <a:avLst/>
          </a:prstGeom>
          <a:noFill/>
          <a:ln w="13970">
            <a:solidFill>
              <a:srgbClr val="05050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2793492"/>
            <a:ext cx="2531288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5F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088" y="3342132"/>
            <a:ext cx="2485568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3335960" y="2583180"/>
            <a:ext cx="2741600" cy="0"/>
          </a:xfrm>
          <a:prstGeom prst="line">
            <a:avLst/>
          </a:prstGeom>
          <a:noFill/>
          <a:ln w="13970">
            <a:solidFill>
              <a:srgbClr val="05050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35960" y="2583180"/>
            <a:ext cx="0" cy="2560320"/>
          </a:xfrm>
          <a:prstGeom prst="line">
            <a:avLst/>
          </a:prstGeom>
          <a:noFill/>
          <a:ln w="6350">
            <a:solidFill>
              <a:srgbClr val="D9DC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63976" y="2793492"/>
            <a:ext cx="2531288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5F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63976" y="3342132"/>
            <a:ext cx="2485568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6095848" y="2583180"/>
            <a:ext cx="2741600" cy="0"/>
          </a:xfrm>
          <a:prstGeom prst="line">
            <a:avLst/>
          </a:prstGeom>
          <a:noFill/>
          <a:ln w="13970">
            <a:solidFill>
              <a:srgbClr val="05050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95848" y="2583180"/>
            <a:ext cx="0" cy="2560320"/>
          </a:xfrm>
          <a:prstGeom prst="line">
            <a:avLst/>
          </a:prstGeom>
          <a:noFill/>
          <a:ln w="6350">
            <a:solidFill>
              <a:srgbClr val="D9DC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23864" y="2793492"/>
            <a:ext cx="2531288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5F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23864" y="3342132"/>
            <a:ext cx="2485568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8855735" y="2583180"/>
            <a:ext cx="2741600" cy="0"/>
          </a:xfrm>
          <a:prstGeom prst="line">
            <a:avLst/>
          </a:prstGeom>
          <a:noFill/>
          <a:ln w="13970">
            <a:solidFill>
              <a:srgbClr val="05050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855735" y="2583180"/>
            <a:ext cx="0" cy="2560320"/>
          </a:xfrm>
          <a:prstGeom prst="line">
            <a:avLst/>
          </a:prstGeom>
          <a:noFill/>
          <a:ln w="6350">
            <a:solidFill>
              <a:srgbClr val="D9DC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83751" y="2793492"/>
            <a:ext cx="2531288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5F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983751" y="3342132"/>
            <a:ext cx="2485568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12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34  GANTT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05050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ガントチャート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D9DC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35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776472" y="1828800"/>
            <a:ext cx="5879363" cy="292608"/>
          </a:xfrm>
          <a:prstGeom prst="rect">
            <a:avLst/>
          </a:prstGeom>
          <a:ln w="9525">
            <a:solidFill>
              <a:srgbClr val="D9DC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76472" y="1828800"/>
            <a:ext cx="5879363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55835" y="1828800"/>
            <a:ext cx="1959788" cy="292608"/>
          </a:xfrm>
          <a:prstGeom prst="rect">
            <a:avLst/>
          </a:prstGeom>
          <a:ln w="9525">
            <a:solidFill>
              <a:srgbClr val="D9D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55835" y="1828800"/>
            <a:ext cx="1959788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76472" y="2157984"/>
            <a:ext cx="653263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429735" y="2157984"/>
            <a:ext cx="653263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82997" y="2157984"/>
            <a:ext cx="653263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736260" y="2157984"/>
            <a:ext cx="653263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ラベル4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89522" y="2157984"/>
            <a:ext cx="653263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ラベル5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042785" y="2157984"/>
            <a:ext cx="653263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ラベル6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696048" y="2157984"/>
            <a:ext cx="653263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ラベル7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349310" y="2157984"/>
            <a:ext cx="653263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ラベル8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002573" y="2157984"/>
            <a:ext cx="653263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ラベル9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655835" y="2157984"/>
            <a:ext cx="653263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ラベル10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309098" y="2157984"/>
            <a:ext cx="653263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ラベル11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962361" y="2157984"/>
            <a:ext cx="653263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ラベル12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76072" y="2468880"/>
            <a:ext cx="11039551" cy="0"/>
          </a:xfrm>
          <a:prstGeom prst="line">
            <a:avLst/>
          </a:prstGeom>
          <a:noFill/>
          <a:ln w="17780">
            <a:solidFill>
              <a:srgbClr val="05050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011663" y="2542032"/>
            <a:ext cx="182880" cy="164592"/>
          </a:xfrm>
          <a:prstGeom prst="triangle">
            <a:avLst/>
          </a:prstGeom>
          <a:solidFill>
            <a:srgbClr val="050505"/>
          </a:solidFill>
          <a:ln/>
        </p:spPr>
      </p:sp>
      <p:sp>
        <p:nvSpPr>
          <p:cNvPr id="28" name="Text 26"/>
          <p:cNvSpPr/>
          <p:nvPr/>
        </p:nvSpPr>
        <p:spPr>
          <a:xfrm>
            <a:off x="3234423" y="2724912"/>
            <a:ext cx="17373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ラベル15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318189" y="2542032"/>
            <a:ext cx="182880" cy="164592"/>
          </a:xfrm>
          <a:prstGeom prst="triangle">
            <a:avLst/>
          </a:prstGeom>
          <a:solidFill>
            <a:srgbClr val="050505"/>
          </a:solidFill>
          <a:ln/>
        </p:spPr>
      </p:sp>
      <p:sp>
        <p:nvSpPr>
          <p:cNvPr id="30" name="Text 28"/>
          <p:cNvSpPr/>
          <p:nvPr/>
        </p:nvSpPr>
        <p:spPr>
          <a:xfrm>
            <a:off x="4540949" y="2724912"/>
            <a:ext cx="17373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ラベル16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277976" y="2542032"/>
            <a:ext cx="182880" cy="164592"/>
          </a:xfrm>
          <a:prstGeom prst="triangle">
            <a:avLst/>
          </a:prstGeom>
          <a:solidFill>
            <a:srgbClr val="050505"/>
          </a:solidFill>
          <a:ln/>
        </p:spPr>
      </p:sp>
      <p:sp>
        <p:nvSpPr>
          <p:cNvPr id="32" name="Text 30"/>
          <p:cNvSpPr/>
          <p:nvPr/>
        </p:nvSpPr>
        <p:spPr>
          <a:xfrm>
            <a:off x="6500736" y="2724912"/>
            <a:ext cx="17373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ラベル17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237764" y="2542032"/>
            <a:ext cx="182880" cy="164592"/>
          </a:xfrm>
          <a:prstGeom prst="triangle">
            <a:avLst/>
          </a:prstGeom>
          <a:solidFill>
            <a:srgbClr val="050505"/>
          </a:solidFill>
          <a:ln/>
        </p:spPr>
      </p:sp>
      <p:sp>
        <p:nvSpPr>
          <p:cNvPr id="34" name="Text 32"/>
          <p:cNvSpPr/>
          <p:nvPr/>
        </p:nvSpPr>
        <p:spPr>
          <a:xfrm>
            <a:off x="8460524" y="2724912"/>
            <a:ext cx="17373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ラベル18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1197552" y="2542032"/>
            <a:ext cx="182880" cy="164592"/>
          </a:xfrm>
          <a:prstGeom prst="triangle">
            <a:avLst/>
          </a:prstGeom>
          <a:solidFill>
            <a:srgbClr val="050505"/>
          </a:solidFill>
          <a:ln/>
        </p:spPr>
      </p:sp>
      <p:sp>
        <p:nvSpPr>
          <p:cNvPr id="36" name="Text 34"/>
          <p:cNvSpPr/>
          <p:nvPr/>
        </p:nvSpPr>
        <p:spPr>
          <a:xfrm>
            <a:off x="10420312" y="2724912"/>
            <a:ext cx="17373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ラベル19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429735" y="2468880"/>
            <a:ext cx="0" cy="3739896"/>
          </a:xfrm>
          <a:prstGeom prst="line">
            <a:avLst/>
          </a:prstGeom>
          <a:noFill/>
          <a:ln w="5080">
            <a:solidFill>
              <a:srgbClr val="D9DCD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82997" y="2468880"/>
            <a:ext cx="0" cy="3739896"/>
          </a:xfrm>
          <a:prstGeom prst="line">
            <a:avLst/>
          </a:prstGeom>
          <a:noFill/>
          <a:ln w="5080">
            <a:solidFill>
              <a:srgbClr val="D9DCD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736260" y="2468880"/>
            <a:ext cx="0" cy="3739896"/>
          </a:xfrm>
          <a:prstGeom prst="line">
            <a:avLst/>
          </a:prstGeom>
          <a:noFill/>
          <a:ln w="5080">
            <a:solidFill>
              <a:srgbClr val="D9DCD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89522" y="2468880"/>
            <a:ext cx="0" cy="3739896"/>
          </a:xfrm>
          <a:prstGeom prst="line">
            <a:avLst/>
          </a:prstGeom>
          <a:noFill/>
          <a:ln w="5080">
            <a:solidFill>
              <a:srgbClr val="D9DCD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042785" y="2468880"/>
            <a:ext cx="0" cy="3739896"/>
          </a:xfrm>
          <a:prstGeom prst="line">
            <a:avLst/>
          </a:prstGeom>
          <a:noFill/>
          <a:ln w="5080">
            <a:solidFill>
              <a:srgbClr val="D9DCD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96048" y="2468880"/>
            <a:ext cx="0" cy="3739896"/>
          </a:xfrm>
          <a:prstGeom prst="line">
            <a:avLst/>
          </a:prstGeom>
          <a:noFill/>
          <a:ln w="5080">
            <a:solidFill>
              <a:srgbClr val="D9DCD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349310" y="2468880"/>
            <a:ext cx="0" cy="3739896"/>
          </a:xfrm>
          <a:prstGeom prst="line">
            <a:avLst/>
          </a:prstGeom>
          <a:noFill/>
          <a:ln w="5080">
            <a:solidFill>
              <a:srgbClr val="D9DCD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002573" y="2468880"/>
            <a:ext cx="0" cy="3739896"/>
          </a:xfrm>
          <a:prstGeom prst="line">
            <a:avLst/>
          </a:prstGeom>
          <a:noFill/>
          <a:ln w="5080">
            <a:solidFill>
              <a:srgbClr val="D9DCD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655835" y="2468880"/>
            <a:ext cx="0" cy="3739896"/>
          </a:xfrm>
          <a:prstGeom prst="line">
            <a:avLst/>
          </a:prstGeom>
          <a:noFill/>
          <a:ln w="5080">
            <a:solidFill>
              <a:srgbClr val="D9DCD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309098" y="2468880"/>
            <a:ext cx="0" cy="3739896"/>
          </a:xfrm>
          <a:prstGeom prst="line">
            <a:avLst/>
          </a:prstGeom>
          <a:noFill/>
          <a:ln w="5080">
            <a:solidFill>
              <a:srgbClr val="D9DCD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962361" y="2468880"/>
            <a:ext cx="0" cy="3739896"/>
          </a:xfrm>
          <a:prstGeom prst="line">
            <a:avLst/>
          </a:prstGeom>
          <a:noFill/>
          <a:ln w="5080">
            <a:solidFill>
              <a:srgbClr val="D9DCD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6072" y="3017520"/>
            <a:ext cx="1280160" cy="45589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ラベル20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576072" y="3017520"/>
            <a:ext cx="11039551" cy="0"/>
          </a:xfrm>
          <a:prstGeom prst="line">
            <a:avLst/>
          </a:prstGeom>
          <a:noFill/>
          <a:ln w="10160">
            <a:solidFill>
              <a:srgbClr val="05050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947672" y="3017520"/>
            <a:ext cx="1737360" cy="45589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ラベル21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3813048" y="3144883"/>
            <a:ext cx="580111" cy="201168"/>
          </a:xfrm>
          <a:prstGeom prst="rect">
            <a:avLst/>
          </a:prstGeom>
          <a:solidFill>
            <a:srgbClr val="79C8DC"/>
          </a:solidFill>
          <a:ln/>
        </p:spPr>
      </p:sp>
      <p:sp>
        <p:nvSpPr>
          <p:cNvPr id="52" name="Text 50"/>
          <p:cNvSpPr/>
          <p:nvPr/>
        </p:nvSpPr>
        <p:spPr>
          <a:xfrm>
            <a:off x="576072" y="3473414"/>
            <a:ext cx="1280160" cy="45589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ラベル22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576072" y="3473414"/>
            <a:ext cx="11039551" cy="0"/>
          </a:xfrm>
          <a:prstGeom prst="line">
            <a:avLst/>
          </a:prstGeom>
          <a:noFill/>
          <a:ln w="10160">
            <a:solidFill>
              <a:srgbClr val="05050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947672" y="3473414"/>
            <a:ext cx="1737360" cy="45589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ラベル23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4466311" y="3600777"/>
            <a:ext cx="1233373" cy="201168"/>
          </a:xfrm>
          <a:prstGeom prst="rect">
            <a:avLst/>
          </a:prstGeom>
          <a:solidFill>
            <a:srgbClr val="79C8DC"/>
          </a:solidFill>
          <a:ln/>
        </p:spPr>
      </p:sp>
      <p:sp>
        <p:nvSpPr>
          <p:cNvPr id="56" name="Text 54"/>
          <p:cNvSpPr/>
          <p:nvPr/>
        </p:nvSpPr>
        <p:spPr>
          <a:xfrm>
            <a:off x="576072" y="3929307"/>
            <a:ext cx="1280160" cy="45589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ラベル24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576072" y="3929307"/>
            <a:ext cx="11039551" cy="0"/>
          </a:xfrm>
          <a:prstGeom prst="line">
            <a:avLst/>
          </a:prstGeom>
          <a:noFill/>
          <a:ln w="10160">
            <a:solidFill>
              <a:srgbClr val="05050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947672" y="3929307"/>
            <a:ext cx="1737360" cy="45589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ラベル25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5119573" y="4056670"/>
            <a:ext cx="580111" cy="201168"/>
          </a:xfrm>
          <a:prstGeom prst="rect">
            <a:avLst/>
          </a:prstGeom>
          <a:solidFill>
            <a:srgbClr val="1E5F8C"/>
          </a:solidFill>
          <a:ln/>
        </p:spPr>
      </p:sp>
      <p:sp>
        <p:nvSpPr>
          <p:cNvPr id="60" name="Text 58"/>
          <p:cNvSpPr/>
          <p:nvPr/>
        </p:nvSpPr>
        <p:spPr>
          <a:xfrm>
            <a:off x="576072" y="4385201"/>
            <a:ext cx="1280160" cy="45589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ラベル26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576072" y="4385201"/>
            <a:ext cx="11039551" cy="0"/>
          </a:xfrm>
          <a:prstGeom prst="line">
            <a:avLst/>
          </a:prstGeom>
          <a:noFill/>
          <a:ln w="10160">
            <a:solidFill>
              <a:srgbClr val="05050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947672" y="4385201"/>
            <a:ext cx="1737360" cy="45589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ラベル27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5772836" y="4512564"/>
            <a:ext cx="1233373" cy="201168"/>
          </a:xfrm>
          <a:prstGeom prst="rect">
            <a:avLst/>
          </a:prstGeom>
          <a:solidFill>
            <a:srgbClr val="1E5F8C"/>
          </a:solidFill>
          <a:ln/>
        </p:spPr>
      </p:sp>
      <p:sp>
        <p:nvSpPr>
          <p:cNvPr id="64" name="Text 62"/>
          <p:cNvSpPr/>
          <p:nvPr/>
        </p:nvSpPr>
        <p:spPr>
          <a:xfrm>
            <a:off x="576072" y="4841095"/>
            <a:ext cx="1280160" cy="45589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ラベル28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576072" y="4841095"/>
            <a:ext cx="11039551" cy="0"/>
          </a:xfrm>
          <a:prstGeom prst="line">
            <a:avLst/>
          </a:prstGeom>
          <a:noFill/>
          <a:ln w="10160">
            <a:solidFill>
              <a:srgbClr val="05050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947672" y="4841095"/>
            <a:ext cx="1737360" cy="45589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ラベル29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6426098" y="4968458"/>
            <a:ext cx="1233373" cy="201168"/>
          </a:xfrm>
          <a:prstGeom prst="rect">
            <a:avLst/>
          </a:prstGeom>
          <a:solidFill>
            <a:srgbClr val="1E5F8C"/>
          </a:solidFill>
          <a:ln/>
        </p:spPr>
      </p:sp>
      <p:sp>
        <p:nvSpPr>
          <p:cNvPr id="68" name="Text 66"/>
          <p:cNvSpPr/>
          <p:nvPr/>
        </p:nvSpPr>
        <p:spPr>
          <a:xfrm>
            <a:off x="576072" y="5296989"/>
            <a:ext cx="1280160" cy="45589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ラベル30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576072" y="5296989"/>
            <a:ext cx="11039551" cy="0"/>
          </a:xfrm>
          <a:prstGeom prst="line">
            <a:avLst/>
          </a:prstGeom>
          <a:noFill/>
          <a:ln w="10160">
            <a:solidFill>
              <a:srgbClr val="05050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947672" y="5296989"/>
            <a:ext cx="1737360" cy="45589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ラベル31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9039149" y="5424351"/>
            <a:ext cx="1233373" cy="201168"/>
          </a:xfrm>
          <a:prstGeom prst="rect">
            <a:avLst/>
          </a:prstGeom>
          <a:solidFill>
            <a:srgbClr val="071B2C"/>
          </a:solidFill>
          <a:ln/>
        </p:spPr>
      </p:sp>
      <p:sp>
        <p:nvSpPr>
          <p:cNvPr id="72" name="Text 70"/>
          <p:cNvSpPr/>
          <p:nvPr/>
        </p:nvSpPr>
        <p:spPr>
          <a:xfrm>
            <a:off x="576072" y="5752882"/>
            <a:ext cx="1280160" cy="45589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ラベル32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576072" y="5752882"/>
            <a:ext cx="11039551" cy="0"/>
          </a:xfrm>
          <a:prstGeom prst="line">
            <a:avLst/>
          </a:prstGeom>
          <a:noFill/>
          <a:ln w="10160">
            <a:solidFill>
              <a:srgbClr val="05050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947672" y="5752882"/>
            <a:ext cx="1737360" cy="45589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ラベル33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10345674" y="5880245"/>
            <a:ext cx="1233373" cy="201168"/>
          </a:xfrm>
          <a:prstGeom prst="rightArrow">
            <a:avLst/>
          </a:prstGeom>
          <a:solidFill>
            <a:srgbClr val="071B2C"/>
          </a:solidFill>
          <a:ln/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35  DECISION_PAGE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05050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意思決定ページ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D9DC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36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76072" y="2889504"/>
            <a:ext cx="5212080" cy="0"/>
          </a:xfrm>
          <a:prstGeom prst="line">
            <a:avLst/>
          </a:prstGeom>
          <a:noFill/>
          <a:ln w="27940">
            <a:solidFill>
              <a:srgbClr val="1E5F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3099816"/>
            <a:ext cx="219456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推奨する意思決定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76072" y="3465576"/>
            <a:ext cx="5303520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217920" y="2916936"/>
            <a:ext cx="2743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5F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20840" y="2916936"/>
            <a:ext cx="45720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172200" y="3401568"/>
            <a:ext cx="5074920" cy="0"/>
          </a:xfrm>
          <a:prstGeom prst="line">
            <a:avLst/>
          </a:prstGeom>
          <a:noFill/>
          <a:ln w="6350">
            <a:solidFill>
              <a:srgbClr val="D9DC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3630168"/>
            <a:ext cx="2743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5F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20840" y="3630168"/>
            <a:ext cx="45720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172200" y="4114800"/>
            <a:ext cx="5074920" cy="0"/>
          </a:xfrm>
          <a:prstGeom prst="line">
            <a:avLst/>
          </a:prstGeom>
          <a:noFill/>
          <a:ln w="6350">
            <a:solidFill>
              <a:srgbClr val="D9DC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4343400"/>
            <a:ext cx="2743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5F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20840" y="4343400"/>
            <a:ext cx="45720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172200" y="4828032"/>
            <a:ext cx="5074920" cy="0"/>
          </a:xfrm>
          <a:prstGeom prst="line">
            <a:avLst/>
          </a:prstGeom>
          <a:noFill/>
          <a:ln w="6350">
            <a:solidFill>
              <a:srgbClr val="D9DCDF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Consulting Slide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スライド型カタログ</dc:title>
  <dc:subject>Editable synthetic consulting deck generated from SlideSpec</dc:subject>
  <dc:creator>Consulting Slide Lab</dc:creator>
  <cp:lastModifiedBy>Consulting Slide Lab</cp:lastModifiedBy>
  <cp:revision>1</cp:revision>
  <dcterms:created xsi:type="dcterms:W3CDTF">2026-09-04T17:06:18Z</dcterms:created>
  <dcterms:modified xsi:type="dcterms:W3CDTF">2026-09-04T17:06:18Z</dcterms:modified>
</cp:coreProperties>
</file>